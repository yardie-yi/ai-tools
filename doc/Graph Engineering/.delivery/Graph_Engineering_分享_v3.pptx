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7c731d00e4444d" /><Relationship Type="http://schemas.openxmlformats.org/officeDocument/2006/relationships/extended-properties" Target="/docProps/app.xml" Id="Rf0c7d87356ab41fe" /><Relationship Type="http://schemas.openxmlformats.org/officeDocument/2006/relationships/officeDocument" Target="/ppt/presentation.xml" Id="Rf8aaa949225646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2a1cd6bf04f16"/>
  </p:sldMasterIdLst>
  <p:notesMasterIdLst>
    <p:notesMasterId xmlns:r="http://schemas.openxmlformats.org/officeDocument/2006/relationships" r:id="Rb51be0b3b1b8479f"/>
  </p:notesMasterIdLst>
  <p:sldIdLst>
    <p:sldId xmlns:r="http://schemas.openxmlformats.org/officeDocument/2006/relationships" id="256" r:id="R3856a95b50274a37"/>
    <p:sldId xmlns:r="http://schemas.openxmlformats.org/officeDocument/2006/relationships" id="257" r:id="R8fb1adc85c46433e"/>
    <p:sldId xmlns:r="http://schemas.openxmlformats.org/officeDocument/2006/relationships" id="258" r:id="Rcc9fff4c5dec4f71"/>
    <p:sldId xmlns:r="http://schemas.openxmlformats.org/officeDocument/2006/relationships" id="259" r:id="Rccf6fb0b0fc54356"/>
    <p:sldId xmlns:r="http://schemas.openxmlformats.org/officeDocument/2006/relationships" id="260" r:id="R5c0a7cacd6194cb1"/>
    <p:sldId xmlns:r="http://schemas.openxmlformats.org/officeDocument/2006/relationships" id="261" r:id="R5c1cb2d389e54922"/>
    <p:sldId xmlns:r="http://schemas.openxmlformats.org/officeDocument/2006/relationships" id="262" r:id="Rb1878f9bfac34209"/>
    <p:sldId xmlns:r="http://schemas.openxmlformats.org/officeDocument/2006/relationships" id="263" r:id="R216ecc968aa44bd6"/>
    <p:sldId xmlns:r="http://schemas.openxmlformats.org/officeDocument/2006/relationships" id="264" r:id="R7f4654e77f0c42a1"/>
    <p:sldId xmlns:r="http://schemas.openxmlformats.org/officeDocument/2006/relationships" id="265" r:id="R85614d73527a4379"/>
    <p:sldId xmlns:r="http://schemas.openxmlformats.org/officeDocument/2006/relationships" id="266" r:id="Rcf76ab5d7dc64a4a"/>
    <p:sldId xmlns:r="http://schemas.openxmlformats.org/officeDocument/2006/relationships" id="267" r:id="R77f444e74dd6466d"/>
    <p:sldId xmlns:r="http://schemas.openxmlformats.org/officeDocument/2006/relationships" id="268" r:id="R4e58f576528e4058"/>
    <p:sldId xmlns:r="http://schemas.openxmlformats.org/officeDocument/2006/relationships" id="269" r:id="R1fefd09ffbbe4bd0"/>
    <p:sldId xmlns:r="http://schemas.openxmlformats.org/officeDocument/2006/relationships" id="270" r:id="Raf3ed136c7104a68"/>
    <p:sldId xmlns:r="http://schemas.openxmlformats.org/officeDocument/2006/relationships" id="271" r:id="R6dbe54a04e4a4ef2"/>
    <p:sldId xmlns:r="http://schemas.openxmlformats.org/officeDocument/2006/relationships" id="272" r:id="R665a41c5090842d9"/>
    <p:sldId xmlns:r="http://schemas.openxmlformats.org/officeDocument/2006/relationships" id="273" r:id="R5ae594b248d34a28"/>
    <p:sldId xmlns:r="http://schemas.openxmlformats.org/officeDocument/2006/relationships" id="274" r:id="R1fdea527229141e8"/>
    <p:sldId xmlns:r="http://schemas.openxmlformats.org/officeDocument/2006/relationships" id="275" r:id="R8b3d871a8d9840e9"/>
    <p:sldId xmlns:r="http://schemas.openxmlformats.org/officeDocument/2006/relationships" id="276" r:id="R4bbc42ab87664be6"/>
    <p:sldId xmlns:r="http://schemas.openxmlformats.org/officeDocument/2006/relationships" id="277" r:id="R0d34b9c9274b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0019b300745e6" /><Relationship Type="http://schemas.openxmlformats.org/officeDocument/2006/relationships/slideMaster" Target="/ppt/slideMasters/slideMaster1.xml" Id="Rf322a1cd6bf04f16" /><Relationship Type="http://schemas.openxmlformats.org/officeDocument/2006/relationships/notesMaster" Target="/ppt/notesMasters/notesMaster1.xml" Id="Rb51be0b3b1b8479f" /><Relationship Type="http://schemas.openxmlformats.org/officeDocument/2006/relationships/presProps" Target="/ppt/presProps.xml" Id="Rc3db33969119408a" /><Relationship Type="http://schemas.openxmlformats.org/officeDocument/2006/relationships/tableStyles" Target="/ppt/tableStyles.xml" Id="R7773ffd87d2c459c" /><Relationship Type="http://schemas.openxmlformats.org/officeDocument/2006/relationships/slide" Target="/ppt/slides/slide1.xml" Id="R3856a95b50274a37" /><Relationship Type="http://schemas.openxmlformats.org/officeDocument/2006/relationships/slide" Target="/ppt/slides/slide2.xml" Id="R8fb1adc85c46433e" /><Relationship Type="http://schemas.openxmlformats.org/officeDocument/2006/relationships/slide" Target="/ppt/slides/slide3.xml" Id="Rcc9fff4c5dec4f71" /><Relationship Type="http://schemas.openxmlformats.org/officeDocument/2006/relationships/slide" Target="/ppt/slides/slide4.xml" Id="Rccf6fb0b0fc54356" /><Relationship Type="http://schemas.openxmlformats.org/officeDocument/2006/relationships/slide" Target="/ppt/slides/slide5.xml" Id="R5c0a7cacd6194cb1" /><Relationship Type="http://schemas.openxmlformats.org/officeDocument/2006/relationships/slide" Target="/ppt/slides/slide6.xml" Id="R5c1cb2d389e54922" /><Relationship Type="http://schemas.openxmlformats.org/officeDocument/2006/relationships/slide" Target="/ppt/slides/slide7.xml" Id="Rb1878f9bfac34209" /><Relationship Type="http://schemas.openxmlformats.org/officeDocument/2006/relationships/slide" Target="/ppt/slides/slide8.xml" Id="R216ecc968aa44bd6" /><Relationship Type="http://schemas.openxmlformats.org/officeDocument/2006/relationships/slide" Target="/ppt/slides/slide9.xml" Id="R7f4654e77f0c42a1" /><Relationship Type="http://schemas.openxmlformats.org/officeDocument/2006/relationships/slide" Target="/ppt/slides/slide10.xml" Id="R85614d73527a4379" /><Relationship Type="http://schemas.openxmlformats.org/officeDocument/2006/relationships/slide" Target="/ppt/slides/slide11.xml" Id="Rcf76ab5d7dc64a4a" /><Relationship Type="http://schemas.openxmlformats.org/officeDocument/2006/relationships/slide" Target="/ppt/slides/slide12.xml" Id="R77f444e74dd6466d" /><Relationship Type="http://schemas.openxmlformats.org/officeDocument/2006/relationships/slide" Target="/ppt/slides/slide13.xml" Id="R4e58f576528e4058" /><Relationship Type="http://schemas.openxmlformats.org/officeDocument/2006/relationships/slide" Target="/ppt/slides/slide14.xml" Id="R1fefd09ffbbe4bd0" /><Relationship Type="http://schemas.openxmlformats.org/officeDocument/2006/relationships/slide" Target="/ppt/slides/slide15.xml" Id="Raf3ed136c7104a68" /><Relationship Type="http://schemas.openxmlformats.org/officeDocument/2006/relationships/slide" Target="/ppt/slides/slide16.xml" Id="R6dbe54a04e4a4ef2" /><Relationship Type="http://schemas.openxmlformats.org/officeDocument/2006/relationships/slide" Target="/ppt/slides/slide17.xml" Id="R665a41c5090842d9" /><Relationship Type="http://schemas.openxmlformats.org/officeDocument/2006/relationships/slide" Target="/ppt/slides/slide18.xml" Id="R5ae594b248d34a28" /><Relationship Type="http://schemas.openxmlformats.org/officeDocument/2006/relationships/slide" Target="/ppt/slides/slide19.xml" Id="R1fdea527229141e8" /><Relationship Type="http://schemas.openxmlformats.org/officeDocument/2006/relationships/slide" Target="/ppt/slides/slide20.xml" Id="R8b3d871a8d9840e9" /><Relationship Type="http://schemas.openxmlformats.org/officeDocument/2006/relationships/slide" Target="/ppt/slides/slide21.xml" Id="R4bbc42ab87664be6" /><Relationship Type="http://schemas.openxmlformats.org/officeDocument/2006/relationships/slide" Target="/ppt/slides/slide22.xml" Id="R0d34b9c9274b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1386c0322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dcc5127664fa2" /><Relationship Type="http://schemas.openxmlformats.org/officeDocument/2006/relationships/notesMaster" Target="/ppt/notesMasters/notesMaster1.xml" Id="R0043d567491b4d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ddfffa46374c3a" /><Relationship Type="http://schemas.openxmlformats.org/officeDocument/2006/relationships/notesMaster" Target="/ppt/notesMasters/notesMaster1.xml" Id="R694bae81e31a45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9e98b73faa4261" /><Relationship Type="http://schemas.openxmlformats.org/officeDocument/2006/relationships/notesMaster" Target="/ppt/notesMasters/notesMaster1.xml" Id="R8a3582a8082240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d1ff9e8b64210" /><Relationship Type="http://schemas.openxmlformats.org/officeDocument/2006/relationships/notesMaster" Target="/ppt/notesMasters/notesMaster1.xml" Id="R6e4bffe6ab574c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d9294cd3764f12" /><Relationship Type="http://schemas.openxmlformats.org/officeDocument/2006/relationships/notesMaster" Target="/ppt/notesMasters/notesMaster1.xml" Id="Rb67980bdaafa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b8ef9f3094b53" /><Relationship Type="http://schemas.openxmlformats.org/officeDocument/2006/relationships/notesMaster" Target="/ppt/notesMasters/notesMaster1.xml" Id="Raa2dea3c6a7c4c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1cc3b46b1e4da7" /><Relationship Type="http://schemas.openxmlformats.org/officeDocument/2006/relationships/notesMaster" Target="/ppt/notesMasters/notesMaster1.xml" Id="R9510e13b64a244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98aaa3b4540aa" /><Relationship Type="http://schemas.openxmlformats.org/officeDocument/2006/relationships/notesMaster" Target="/ppt/notesMasters/notesMaster1.xml" Id="R0fc1a171faca42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b819feb3f144a4" /><Relationship Type="http://schemas.openxmlformats.org/officeDocument/2006/relationships/notesMaster" Target="/ppt/notesMasters/notesMaster1.xml" Id="R15a560a0e1404a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1f05b91e949e9" /><Relationship Type="http://schemas.openxmlformats.org/officeDocument/2006/relationships/notesMaster" Target="/ppt/notesMasters/notesMaster1.xml" Id="R756c65a2bcec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d508ab06144bde" /><Relationship Type="http://schemas.openxmlformats.org/officeDocument/2006/relationships/notesMaster" Target="/ppt/notesMasters/notesMaster1.xml" Id="Rdd0b4c4132eb4f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413a656a5848d9" /><Relationship Type="http://schemas.openxmlformats.org/officeDocument/2006/relationships/notesMaster" Target="/ppt/notesMasters/notesMaster1.xml" Id="R3713c02e64a246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dab98a74484ab9" /><Relationship Type="http://schemas.openxmlformats.org/officeDocument/2006/relationships/notesMaster" Target="/ppt/notesMasters/notesMaster1.xml" Id="R8b278506b64a4b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98f0ae94854725" /><Relationship Type="http://schemas.openxmlformats.org/officeDocument/2006/relationships/notesMaster" Target="/ppt/notesMasters/notesMaster1.xml" Id="R536ed17d5bc345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ca1211694946b2" /><Relationship Type="http://schemas.openxmlformats.org/officeDocument/2006/relationships/notesMaster" Target="/ppt/notesMasters/notesMaster1.xml" Id="R8a2a6a5fe72f44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7691b75ec04065" /><Relationship Type="http://schemas.openxmlformats.org/officeDocument/2006/relationships/notesMaster" Target="/ppt/notesMasters/notesMaster1.xml" Id="R42da95b4c5cb45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1797938ea64ae4" /><Relationship Type="http://schemas.openxmlformats.org/officeDocument/2006/relationships/notesMaster" Target="/ppt/notesMasters/notesMaster1.xml" Id="R1bdeb98790ef42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c11aebae2d47bb" /><Relationship Type="http://schemas.openxmlformats.org/officeDocument/2006/relationships/notesMaster" Target="/ppt/notesMasters/notesMaster1.xml" Id="R63308ec58f4e44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502e87fcac4836" /><Relationship Type="http://schemas.openxmlformats.org/officeDocument/2006/relationships/notesMaster" Target="/ppt/notesMasters/notesMaster1.xml" Id="Re78feba6d9c94c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1bc33f3ecf41ed" /><Relationship Type="http://schemas.openxmlformats.org/officeDocument/2006/relationships/notesMaster" Target="/ppt/notesMasters/notesMaster1.xml" Id="R9984dc1712e344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310343a74c4f6b" /><Relationship Type="http://schemas.openxmlformats.org/officeDocument/2006/relationships/notesMaster" Target="/ppt/notesMasters/notesMaster1.xml" Id="R1669419c35394d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32166105684484" /><Relationship Type="http://schemas.openxmlformats.org/officeDocument/2006/relationships/notesMaster" Target="/ppt/notesMasters/notesMaster1.xml" Id="R35125cce3f8d4b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的主题是如何组织AI工作的依赖关系。听众应能画出自己的工作流，区分可并行任务和必须等待的步骤，并为汇总结果定义验收条件。约25分钟分享，可在第6页切到配套HTML演示延迟，在第11页演示静默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本次分享按照问题、结构、可靠性、落地展开。Graph Engineering是本文对Agent工作流设计的称呼。图论、依赖调度、状态机和数据流本来就是软件工程的基础。原文的价值是把它们用于组织AI工作。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将节点描述为一个任务，将边描述为上游输出进入下游输入。工程补充：节点也可以是确定性代码、工具调用或人工检查，并非每个节点都需要模型。此处是执行依赖图；知识图谱的节点通常是实体、边是事实关系。两者可以结合，但解决的问题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：一个节点必须有受约束的任务、明确输入和固定输出形状。以下是工程教学示例。输入以不可变commit固定代码版本。输出将finding与执行status分开，无发现不等于没运行。生产中还需校验字段、枚举、来源存在性，失败时有限重试。schema正确只是结构正确，不保证结论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3、4节提出：后一个任务是否真正需要前一个任务的结果？例子是分别审查文件A和B。这里的关键补充是共用文件、API配额、硬件等资源也会形成约束。没有数据依赖只说明有并行的可能，还不能直接证明运行时无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推导，不是原文性能实测。假设先做准备5秒，再执行三个互相独立的任务，耗时分别为20、30、40秒，最后汇总10秒。资源足够且无额外调度开销时，串行105秒，并行55秒，约1.91倍。若并行新增协调开销15秒，则70秒，约1.50倍。一般DAG的无资源争用下界是关键路径长度，有限并发还受总工作量/并发数约束。循环需先设定展开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原文第5节的核心模式是fan out、reduce、synthesize，并在汇总前加入验证。拆分任务后，不同worker处理互补角度。普通代码完成去重和结构化整理。独立验证者核查证据。最后汇总通过检查的结果，但报告仍须披露失败任务和未验证结论。示意图取自原文，不表示只有五个worker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、7节建议用普通代码reduce，并在大规模输出时分层fan-in。补充：按来源去重会误删同一来源的不同结论，应采用任务ID、文件位置、规则等适当的业务键。分批摘要也可能丢掉少数异常，因此保留证据引用和原始产物。简单本地代码不消耗模型推理token，但系统存储和后续读取仍有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6节强调验证者使用独立上下文，避免继承生产者的自我解释。独立不等于没有必要材料：验证者仍需任务要求、待审结论、代码版本、源文件和验收标准。原文给出正确性、时效性、来源真实性三个视角。工程补充：多数票不能代替测试，多个模型可能有相关性偏差。结论失败后可拒收或有限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7节列出三类问题：输出集中导致上下文溢出、共享资源导致伪独立、worker失败而最终报告看似完整。此表将原文对策转为工程动作。分层摘要仍需要追溯原始证据。独立worktree防止覆盖，但不保证合并没有语义冲突。完整性检查不能只数返回条数，还应验证job_id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补充。每个job用固定ID，完成指进入success、failed、cancelled等终态，不代表全部成功。明确区分成功且无发现、超时、schema失败、验证不通过。重复回包不能弥补缺失ID。尝试次数、截止时间、预算都要有上限。被判定为代码缺陷是发现，不应自动触发worker重试。使用配套HTML切换失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9节强调拓扑结构不自动带来真实可靠的结论。节点互相看同一套报告，可能只是自洽。工程中的锚点可以是实际运行的测试、原始日志和固定验收规则。以下嵌入式例子是假设场景，不是项目实际记录。测试通过也只证明被测条件下的结果，需要考虑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8节：图适合有宽度的工作，小任务、真正串行的任务以及仍在探索的任务可能更适合单Agent或简单循环。图本身可以包含串行结构，所以这里讨论是否值得增加并行编排。补充：流程中设置少量必要人工关卡是合理的，不等于必须每一步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未运行用户工程。目标是对同一提交的驱动文件做只读错误处理审查。可以对UART、SPI、I2C文件分别分发任务，输出统一finding契约。为了避免跨文件知识缺失，各worker应获得相关头文件和接口定义。归并处理重复问题，独立验证检查完整调用链或最小复现。最后输出带覆盖率的清单，需改代码时再进入修复、构建和测试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不描述任何实际板卡故障。对固定快照进行不同主题的只读检查通常可以并行，但跨模块约束必须进入上下文。并发烧录同一板卡、写同一构建目录会冲突。测试日志若来自旧固件，也不是当前补丁的证据。图只安排工作，无法消除物理资源排他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框架无关的自然语言任务规格，不是可直接执行的SDK代码。限制参数是教学起点，不是通用最佳值。范围、并发、超时、失败策略、验收标准、输出目录都应具体。试点先只读，避免将发现问题和自动修复混在一次尚未验证的流程里。HTML中提供可复制的完整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伪代码，仅描述顺序。parallelBounded需要实际实现并发上限、超时及取消，runChecked需要执行schema校验与有限重试，auditCoverage核验ID集合，verifyFresh需要独立上下文和证据访问。不要把函数名误读成某个框架的真实API。对有副作用的节点，重试前必须设计幂等键或状态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原文第10、11节提出workflow用法。官方文档已核实dynamic workflows：Claude编写JavaScript编排脚本，runtime执行subagents，任务中间结果可保存在脚本变量中。官方当前支持明确请求创建workflow，也说明ultracode入口。功能可用性受套餐、配置和管理员设置影响。这里不实际启动workflow或改变配置。产品细节以2026-09-07查阅的官方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12节指出多Agent的总token花费会变大，调度方便并不意味着工作免费。工程补充建议按有效结果衡量收益：成功完成相同验收目标所用时间、总token、工具调用和人工复核投入。要同时控制并发峰值与总工作量。重试可能有新模型输入费用，重复派发不一定改善独立证据。没有采用原文Bun的费用与规模数字作为预算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落地建议。选择已知代码版本和固定问题集，先获得单Agent基线，再只增加一个并行维度，避免模型、范围、提示词同时变化导致无法归因。预先定义成功标准，不在结果不好时放宽规则。报告须包含未覆盖任务和成本。只有质量不下降且节省的等待值得新增成本，才扩大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动题，教学答案在讲者备注中。A和B同读固定代码快照，在资源允许下可并行；C必须读取A和B的发现；D必须等待补丁；E读取D的固件产物并占用独立板卡。不要删掉C到D或D到E的真依赖。讨论额外问题：B超时是否输出部分报告，是否需要人工继续确认？由Graph Spec的失败政策决定。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原文由用户提供链接。X正文直接访问受限，通过FxTwitter返回的同一status对应Article正文读取，作者、标题和文章ID一致。原文标题Graph Engineering explained: what it is, when to use it and when not to。文章观点经过中文重述。图示在第3、5、7、12页使用原文图片，作者Anatoli Kopadze。嵌入式案例、时间演算、任务规格和状态模型为教学补充。原文的AI利用率、Bun成本/规模与普遍加速倍数未作为已核实数据，官方Bun案例也与原文规模口径不同。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https://www.anthropic.com/engineering/multi-agent-research-system</a:t>
            </a:r>
          </a:p>
          <a:p xmlns:a="http://schemas.openxmlformats.org/drawingml/2006/main">
            <a:r>
              <a:t>https://docs.langchain.com/oss/python/langgraph/workflows-agents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77ed7a05c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4d45b6dac4c6e" /><Relationship Type="http://schemas.openxmlformats.org/officeDocument/2006/relationships/slideLayout" Target="/ppt/slideLayouts/slideLayout1.xml" Id="Rca127e65ea984b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127e65ea984b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2e5346ecd459a" /><Relationship Type="http://schemas.openxmlformats.org/officeDocument/2006/relationships/notesSlide" Target="/ppt/notesSlides/notesSlide1.xml" Id="R69570f76291f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6d5a5e4f74b4e" /><Relationship Type="http://schemas.openxmlformats.org/officeDocument/2006/relationships/notesSlide" Target="/ppt/notesSlides/notesSlide2.xml" Id="Radad88d28c5f4c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32fd53f6f46b8" /><Relationship Type="http://schemas.openxmlformats.org/officeDocument/2006/relationships/image" Target="/ppt/media/image.jpeg" Id="Rda398076b12f436d" /><Relationship Type="http://schemas.openxmlformats.org/officeDocument/2006/relationships/notesSlide" Target="/ppt/notesSlides/notesSlide3.xml" Id="R0a32952c1f9f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a0ef2f1b4ae3" /><Relationship Type="http://schemas.openxmlformats.org/officeDocument/2006/relationships/notesSlide" Target="/ppt/notesSlides/notesSlide4.xml" Id="R5bb15c34883a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759ee0587468a" /><Relationship Type="http://schemas.openxmlformats.org/officeDocument/2006/relationships/image" Target="/ppt/media/image2.jpeg" Id="R010ec6cb184040b4" /><Relationship Type="http://schemas.openxmlformats.org/officeDocument/2006/relationships/notesSlide" Target="/ppt/notesSlides/notesSlide5.xml" Id="R5c581599fccf4a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d6ab221d94c88" /><Relationship Type="http://schemas.openxmlformats.org/officeDocument/2006/relationships/notesSlide" Target="/ppt/notesSlides/notesSlide6.xml" Id="R64654765d1bf4b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0f6e6e7ad48a1" /><Relationship Type="http://schemas.openxmlformats.org/officeDocument/2006/relationships/image" Target="/ppt/media/image3.jpeg" Id="R83742c5f0bd64a50" /><Relationship Type="http://schemas.openxmlformats.org/officeDocument/2006/relationships/notesSlide" Target="/ppt/notesSlides/notesSlide7.xml" Id="R1d3c972a49314e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938f2c3ce4906" /><Relationship Type="http://schemas.openxmlformats.org/officeDocument/2006/relationships/notesSlide" Target="/ppt/notesSlides/notesSlide8.xml" Id="Re1d728fee77147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19a4053814448" /><Relationship Type="http://schemas.openxmlformats.org/officeDocument/2006/relationships/notesSlide" Target="/ppt/notesSlides/notesSlide9.xml" Id="Rf9f0c3a8368a44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dffbb09224226" /><Relationship Type="http://schemas.openxmlformats.org/officeDocument/2006/relationships/notesSlide" Target="/ppt/notesSlides/notesSlide10.xml" Id="R1da6a6895fdf4b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ea180bf8042be" /><Relationship Type="http://schemas.openxmlformats.org/officeDocument/2006/relationships/notesSlide" Target="/ppt/notesSlides/notesSlide11.xml" Id="Raf387268d6034a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e715209424697" /><Relationship Type="http://schemas.openxmlformats.org/officeDocument/2006/relationships/image" Target="/ppt/media/image4.jpeg" Id="Rd6191e1408284eb1" /><Relationship Type="http://schemas.openxmlformats.org/officeDocument/2006/relationships/notesSlide" Target="/ppt/notesSlides/notesSlide12.xml" Id="R704d4267745a4b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f34d5e33e4896" /><Relationship Type="http://schemas.openxmlformats.org/officeDocument/2006/relationships/notesSlide" Target="/ppt/notesSlides/notesSlide13.xml" Id="R2a18513b83c847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3cb7cd83b42ed" /><Relationship Type="http://schemas.openxmlformats.org/officeDocument/2006/relationships/notesSlide" Target="/ppt/notesSlides/notesSlide14.xml" Id="R7c5d473dc3644d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f10bda31e4d54" /><Relationship Type="http://schemas.openxmlformats.org/officeDocument/2006/relationships/notesSlide" Target="/ppt/notesSlides/notesSlide15.xml" Id="Rd8914eb0c6374f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6978497134101" /><Relationship Type="http://schemas.openxmlformats.org/officeDocument/2006/relationships/notesSlide" Target="/ppt/notesSlides/notesSlide16.xml" Id="Ra698ed6a62354b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ef79e0b854cbc" /><Relationship Type="http://schemas.openxmlformats.org/officeDocument/2006/relationships/notesSlide" Target="/ppt/notesSlides/notesSlide17.xml" Id="R4d90bb1ca20e4b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04538a05f496f" /><Relationship Type="http://schemas.openxmlformats.org/officeDocument/2006/relationships/notesSlide" Target="/ppt/notesSlides/notesSlide18.xml" Id="Rffea8fcddefd4c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126b4cdb54a54" /><Relationship Type="http://schemas.openxmlformats.org/officeDocument/2006/relationships/notesSlide" Target="/ppt/notesSlides/notesSlide19.xml" Id="Rcf7409b1920b4d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51cf797ad4e0f" /><Relationship Type="http://schemas.openxmlformats.org/officeDocument/2006/relationships/notesSlide" Target="/ppt/notesSlides/notesSlide20.xml" Id="Rc2fbe8b397de489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7672d7bd487f" /><Relationship Type="http://schemas.openxmlformats.org/officeDocument/2006/relationships/notesSlide" Target="/ppt/notesSlides/notesSlide21.xml" Id="R6deeb00d31454c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2e878c4af47ad" /><Relationship Type="http://schemas.openxmlformats.org/officeDocument/2006/relationships/notesSlide" Target="/ppt/notesSlides/notesSlide22.xml" Id="R5d29a42f9a1641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7C9E4-F6B5-4DE7-93B8-4D52DD05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Graph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12D12-E02C-4003-B1F1-D420001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基于 Anatoli Kopadze 文章的中文技术分享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6DD79-448F-4468-99B5-1ADC9429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BB87F-8BA2-460D-B4DE-E211B68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AI Agent 工作流的依赖、并行与验证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909F9-EC81-47FA-90BB-226ABF6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让任务按真实依赖执行，让结论经得起外部检验。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4B241-DFC1-4607-9094-7AAC40A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原文发表于 2026.07.24</a:t>
            </a:r>
          </a:p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工程补充以代码审查和嵌入式开发为例</a:t>
            </a:r>
          </a:p>
        </p:txBody>
      </p:sp>
    </p:spTree>
    <p:extLst>
      <p:ext uri="{BB962C8B-B14F-4D97-AF65-F5344CB8AC3E}">
        <p14:creationId xmlns:p14="http://schemas.microsoft.com/office/powerpoint/2010/main" val="1581533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D99A4-41CF-49A3-9962-9F1FD8A3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分享路线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1EEC1-E71D-46A6-A1FB-3183D16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分享结构与术语说明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A24E7-720C-4949-AF33-C019D08A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A9031-4B6B-43DD-BE8B-A29268BF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01  看懂依赖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B4498-DB50-47B0-B623-568679D9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节点有什么输入输出？哪些等待可以去掉？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721D2-1047-48D5-83E3-22399B01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  组织并行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FDC25-960B-45AA-ACFF-8750B969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怎样分发任务、压缩结果，再形成一份报告？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A9FF-E189-4ABC-9249-42FCF07D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  保证可信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5FE26-AD1E-4FDB-9376-C919776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怎样发现漏项、控制重试、验证结论？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9396-88D1-45F5-96C0-CC32E258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  用于工程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2174A-D2F6-4466-9EB0-4E32F661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怎样从一个小范围代码审查任务开始？</a:t>
            </a:r>
          </a:p>
        </p:txBody>
      </p:sp>
    </p:spTree>
    <p:extLst>
      <p:ext uri="{BB962C8B-B14F-4D97-AF65-F5344CB8AC3E}">
        <p14:creationId xmlns:p14="http://schemas.microsoft.com/office/powerpoint/2010/main" val="177716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C6962-CD03-43D4-A4EE-1985183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节点与边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6D54C-5106-4D39-8AFF-6D65DBA6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584C3-A208-4A20-A6BB-BC18F20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98076b12f436d"/>
          <a:stretch xmlns:a="http://schemas.openxmlformats.org/drawingml/2006/main"/>
        </p:blipFill>
        <p:spPr>
          <a:xfrm xmlns:a="http://schemas.openxmlformats.org/drawingml/2006/main">
            <a:off x="4286250" y="1602581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9F4A5-4F7C-43D5-95DE-2FE93C0C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节点 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07BBA-4E1F-41B4-BD1A-E583C19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一个职责明确的任务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可以由模型或代码执行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99A68-E79A-4B1E-B712-A71D51B2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边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35206-AF02-456D-8990-E54D4B98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传递结果或约束顺序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下游满足条件后启动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469F7-A405-44DF-9F79-93780A98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本次讨论执行依赖图。知识图谱描述实体与事实关系。</a:t>
            </a:r>
          </a:p>
        </p:txBody>
      </p:sp>
    </p:spTree>
    <p:extLst>
      <p:ext uri="{BB962C8B-B14F-4D97-AF65-F5344CB8AC3E}">
        <p14:creationId xmlns:p14="http://schemas.microsoft.com/office/powerpoint/2010/main" val="1595385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F8C4C-2800-46A8-A851-EE61D02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BF1F7-0081-45CC-B018-CC3A5F68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教学示例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FC7B4-27DF-46A1-89DC-0A872CE8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D016F-FDB8-4201-98C4-5261E3C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BFA9-96F2-4573-A79F-2665855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审查一个源文件的错误处理，只提交发现与证据。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B47AF-20E7-4CB6-B20F-19254ED6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C116D-A60E-451E-A801-A72AF641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job_id、commit、file、审查规则和只读权限。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C71D6-5418-4602-898A-B74967EC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DAB0C-371B-439D-A02A-6DE2883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status、findings[]、evidence、error、attempt。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27A99-EFA1-424C-8CD5-A8C6923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{ job_id: "J07", status: "ok", findings: []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687E1-94D3-4C67-898F-FC8DFEA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空 findings 表示检查后无发现。没有返回结果需要单独报错。</a:t>
            </a:r>
          </a:p>
        </p:txBody>
      </p:sp>
    </p:spTree>
    <p:extLst>
      <p:ext uri="{BB962C8B-B14F-4D97-AF65-F5344CB8AC3E}">
        <p14:creationId xmlns:p14="http://schemas.microsoft.com/office/powerpoint/2010/main" val="164732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2713D-ED0E-4F26-9C8C-016C658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虚假依赖测试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E78E-1776-4280-8870-617ACF64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6F4DE-F943-4146-A2DB-AC2DA50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ec6cb184040b4"/>
          <a:stretch xmlns:a="http://schemas.openxmlformats.org/drawingml/2006/main"/>
        </p:blipFill>
        <p:spPr>
          <a:xfrm xmlns:a="http://schemas.openxmlformats.org/drawingml/2006/main">
            <a:off x="4192058" y="146685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A96DC-EAD9-4CFD-88BB-38C58A8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B 要消费</a:t>
            </a:r>
          </a:p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A 的结果吗？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CA97D-C7CF-40FB-9800-7606185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3314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需要：保留先后顺序。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不需要：再检查共享资源，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确认后才并行。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C03DC-7B53-424C-887D-8806FD8E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边的存在应当有理由：数据、控制条件或资源约束。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156462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F3D7-EC7E-46A0-9638-9B9A2D7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并行收益取决于关键路径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C3692-6DCB-4A42-8A7C-9BD89B0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工程推导 · 理想化教学数值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4F24D-2B43-421C-9D75-CF34AF2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A1A37-4A2E-4D14-AB2E-7C8D096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准备 5s    独立任务 20s / 30s / 40s    汇总 10s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68D84-6F4A-4794-A00A-AE68FB6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105s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39E1D-F065-4D87-B84C-EDF9E0F7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串行：5 + 20 + 30 + 40 + 10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61CED-738C-4F75-987C-A54C9ED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55s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44A24-4D69-4216-A702-DD17107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理想并行：5 + max(20, 30, 40) + 10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26C60-B346-4DAB-8FDC-EE78943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加入 15s 额外协调开销后为 70s。并发上限和资源争用还会增加耗时。</a:t>
            </a:r>
          </a:p>
        </p:txBody>
      </p:sp>
    </p:spTree>
    <p:extLst>
      <p:ext uri="{BB962C8B-B14F-4D97-AF65-F5344CB8AC3E}">
        <p14:creationId xmlns:p14="http://schemas.microsoft.com/office/powerpoint/2010/main" val="24502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7B6C7-343F-4105-8F33-F046A208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菱形工作流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FF98B-7C47-4CDD-8FB2-4BADBFF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0AAF2-6343-4148-BEC0-D6EB634E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42c5f0bd64a50"/>
          <a:stretch xmlns:a="http://schemas.openxmlformats.org/drawingml/2006/main"/>
        </p:blipFill>
        <p:spPr>
          <a:xfrm xmlns:a="http://schemas.openxmlformats.org/drawingml/2006/main">
            <a:off x="3762375" y="1502866"/>
            <a:ext cx="7762875" cy="436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48D6E-ED12-43F7-8F45-AAE3837D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分发 Fan-out</a:t>
            </a:r>
          </a:p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让独立任务同时进行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C0F02-5BEF-4136-A652-06623C7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归并 Reduce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用代码整理和去重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C0100-A030-45C4-A580-53E1949F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85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综合 Synthesize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基于证据形成报告</a:t>
            </a:r>
          </a:p>
        </p:txBody>
      </p:sp>
    </p:spTree>
    <p:extLst>
      <p:ext uri="{BB962C8B-B14F-4D97-AF65-F5344CB8AC3E}">
        <p14:creationId xmlns:p14="http://schemas.microsoft.com/office/powerpoint/2010/main" val="1954731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74A93-AD5B-4CC6-ADAE-5966F5B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汇总前的数据整理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EABEF-8159-4B35-98A7-B77DAAA9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6CB83-CAF4-43EA-A3E2-4FE2456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CABC9-2994-47E7-8F6F-45FAE27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EF925-AEDC-4F58-8C9A-D279C9C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478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 是否匹配？格式和状态是否合法？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5B60C-7588-4DBE-B6FD-5CDB70C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29256-DEBE-4B35-908E-34DCDFF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按文件位置与问题规则等业务键合并重复发现。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2B85-061A-4922-923B-02453EC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B8BD-AC3D-40C5-B4EF-57EB7DF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433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结果过多时分组摘要，保留证据 ID 和异常项。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0C4FD-118A-4AE7-BD21-16BF8065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最后综合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69E9A-667F-4669-A91D-C321CD3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910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只把必要证据交给汇总节点，注明覆盖范围。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291132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99EBA-5A75-4EEE-AD92-4AF5A610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独立验证节点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8C342-3A80-4D86-9656-33F445E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B5274-6C6B-47A0-BA2C-C28C738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A68E0-A629-499A-BB6B-AC89ABD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给它什么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21FB-9E50-4E9B-A115-DCEE531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待验证结论、原始证据、验收标准。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0749D-99E4-4D46-B950-2F5000F1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避免什么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213D3-6F75-4DB0-A5DC-E441A62D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把生产者整段对话当成既定事实传下去。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7FE61-9DA9-4331-BCB3-A88BFD1C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55778-60F6-45EB-AC0E-26928455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尝试反驳结论，检查来源，执行可复现验证。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B4204-336E-4160-BB00-45A4392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93081-F215-445B-A479-D94F9EEF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006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通过、拒绝或证据不足，并记录理由。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707958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5C463-FE07-47E7-A07B-719931E0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三类容易被掩盖的故障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39FDC-7D5B-414A-BE3A-A4F9ACD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ED96C-FF25-4E45-9EEB-23B1530C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619500"/>
                <a:gridCol w="4810125"/>
              </a:tblGrid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工程处理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上下文过载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最终节点接不住所有输出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分层汇总，保留来源索引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隐藏资源依赖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并行任务覆盖文件或抢设备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隔离工作区，限定资源并发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静默节点失败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少了输入却生成完整报告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 ID，明确失败和缺项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E620F-2E46-4234-BA32-4A0241A5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并行扩大了吞吐量，也扩大了对完整性和可观测性的要求。</a:t>
            </a:r>
          </a:p>
        </p:txBody>
      </p:sp>
    </p:spTree>
    <p:extLst>
      <p:ext uri="{BB962C8B-B14F-4D97-AF65-F5344CB8AC3E}">
        <p14:creationId xmlns:p14="http://schemas.microsoft.com/office/powerpoint/2010/main" val="1875416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5C34-BE3A-464E-80EA-32A9975C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任务完成与结果完整性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369B4-D53E-40E6-ACFE-4611B72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运行状态与 fan-in 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11FEC-128A-41EC-AE66-5F07860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2C02-1DAB-4F99-B1BA-E3A8296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任务集：A、B、C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0B0EB-0652-485F-8BA7-D943DEC6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收到：A 成功、B 无发现、C 超时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ED921-B416-48BB-9B79-77969FC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结论：2 / 3 完成有效检查，C 待补查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B35A9-B8BF-496D-8EBD-A3CF3BC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先核对 ID 集合和状态，再决定重试、输出部分报告或停止。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有限重试只针对可恢复错误。所有报告都应披露未覆盖范围。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392834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E225-4F95-4646-846B-A31D384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Anchors：连接外部证据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8552-7EB4-4377-A2C1-6F651ADA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0B453-A12F-4F40-AEBA-EE89247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91e1408284eb1"/>
          <a:stretch xmlns:a="http://schemas.openxmlformats.org/drawingml/2006/main"/>
        </p:blipFill>
        <p:spPr>
          <a:xfrm xmlns:a="http://schemas.openxmlformats.org/drawingml/2006/main">
            <a:off x="4276725" y="1654076"/>
            <a:ext cx="7191375" cy="40451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1354-95F5-4351-B2E5-4916D5D7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真实运行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9D28D-0089-4BC6-803E-229ACEA5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构建退出码、测试产物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原始日志、板上测量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E98B8-C901-4722-B8DF-6B390942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固定标准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6AED8-EE3A-433C-BB81-4F9A888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固件版本、测试条件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不可由优化器自行放宽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5119E-DABC-4DEB-A217-A58405A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验证的是外部事实，而非多个节点对同一份报告的赞同。</a:t>
            </a:r>
          </a:p>
        </p:txBody>
      </p:sp>
    </p:spTree>
    <p:extLst>
      <p:ext uri="{BB962C8B-B14F-4D97-AF65-F5344CB8AC3E}">
        <p14:creationId xmlns:p14="http://schemas.microsoft.com/office/powerpoint/2010/main" val="732953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D5B5-45AD-447E-8E39-DFAF6AD6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E9C51-358A-494E-8922-970E8DB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原文适用性判断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8A409-C138-4C19-A5AC-3928A738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049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4953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任务特征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更合适的起点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多个独立模块，验收规则相同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有限并行的审查工作流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一个缺陷，尚未明确复现条件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Agent 对话式排查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编译后才能烧录，烧录后才能测量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保留真实顺序的流程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多个方案，可在固定标准下比较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并行探索，再独立评估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7B201-ADF7-4AF0-AD29-6E5CFE2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判断依据是依赖关系和收益，不是 Agent 数量。</a:t>
            </a:r>
          </a:p>
        </p:txBody>
      </p:sp>
    </p:spTree>
    <p:extLst>
      <p:ext uri="{BB962C8B-B14F-4D97-AF65-F5344CB8AC3E}">
        <p14:creationId xmlns:p14="http://schemas.microsoft.com/office/powerpoint/2010/main" val="15748622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651CC-11B8-4F97-962F-783FC4A7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嵌入式案例：驱动审查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23595-9D14-4190-A5B6-360219E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无实际项目测试结果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78C59-42D1-4B1A-9C80-36CF4D41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A0A86-168A-496A-AAFE-E7151BD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2F9AB-EC8F-4D6C-9C22-567F9C8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 commit，选定 UART / SPI / I2C 驱动文件。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F8F19-19C8-4873-8945-4725981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E9663-40C8-426B-BF93-07C6C720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各自审查返回值、超时路径和资源释放，记录证据。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A4908-D87D-40C7-A381-676A33D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归并与验证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0B84C-C393-452C-BB11-7EDBAE9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去重后检查调用链，复核问题是否可触发。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E6264-9FB5-4E38-B0E2-F752C60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9FB27-A095-44DF-936C-CAF96E6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问题、证据、影响范围、未检查文件和下一步验证。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1558714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240B2-46FB-4CDB-9DB7-BC0725A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FreeRTOS 场景里的真实依赖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EC12E-0026-4446-85DE-B9E9A653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资源和版本约束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074A-A166-4D16-A138-F2E0CCC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24025"/>
          <a:ext xmlns:a="http://schemas.openxmlformats.org/drawingml/2006/main" cx="10858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候选任务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并行条件或必须等待的原因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查队列调用与查超时处理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只读同一快照，提供相关接口上下文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两个模块同时生成补丁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独立工作区，合并后统一回归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两项测试使用同一块板卡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独占租约或排队，避免互相改状态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补丁、编译、烧录、板上测试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后一步依赖前一步产物，保留顺序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9744F-2ABD-4FB1-B693-73271042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代码版本、固件哈希和日志来源必须匹配。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1857097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0192F-DAA8-41B7-90A5-9CCCBEE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一份最小 Graph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619C9-EF75-4A62-875C-58A8BFD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可迁移的任务规格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FF377-CC0C-4351-980A-79DA74A2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05DEB-F845-4919-8DDD-CF3580CB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目标与范围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ABB9-A69B-43D7-955C-AD509E6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审查指定 commit 下最多 12 个驱动文件，只读。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A66CE-C133-41AA-B134-02D1B85C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任务与预算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71F2A-3B43-4B21-9B0D-0759D03F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每文件一个任务，并发不超过 3，每任务最多 2 次尝试。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81CAC-BE8F-4D1C-90DD-0A51FC3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验证与失败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DBB7D-5C83-438F-9E84-BCE0307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每个发现独立复核。超时和漏项必须出现在报告中。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C48CD-0ACD-4C97-BC13-41072C4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318CD-30B1-452A-A5DA-DC8C7DE8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逐项标注证据与覆盖状态，输出报告后结束。</a:t>
            </a:r>
          </a:p>
        </p:txBody>
      </p:sp>
    </p:spTree>
    <p:extLst>
      <p:ext uri="{BB962C8B-B14F-4D97-AF65-F5344CB8AC3E}">
        <p14:creationId xmlns:p14="http://schemas.microsoft.com/office/powerpoint/2010/main" val="9080806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5DE5D-997D-4C39-AD60-2C431A7D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编排层的职责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3D7D4-58A0-456B-8603-913C6F9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伪代码，非特定 SDK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9A3C9-06C9-415C-B0CF-A145EAF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20338-B954-4908-9F2F-4375281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jobs = plan(scope, fixed_commit)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results = parallelBounded(jobs, limit=3, runChecked)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coverage = auditCoverage(jobs, results)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findings = dedupe(validResults(results))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verified = verifyFresh(findings, acceptance_rules)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report(verified, coverage, failed_jobs)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BE447-0F38-4E4E-9B89-D9999626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普通代码负责状态、格式与完整性。模型负责需要判断的任务。</a:t>
            </a:r>
          </a:p>
        </p:txBody>
      </p:sp>
    </p:spTree>
    <p:extLst>
      <p:ext uri="{BB962C8B-B14F-4D97-AF65-F5344CB8AC3E}">
        <p14:creationId xmlns:p14="http://schemas.microsoft.com/office/powerpoint/2010/main" val="3544651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5BCF4-4AD0-451B-A948-DDF4532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的产品入口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1DCEE-8A88-4269-BF8E-667142FA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官方文档补充 · 核实于 2026.09.07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0CCEC-2DF0-4C51-83E0-71EC9501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B91CF-8F17-442E-BD6F-3BB67AF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“请创建一个 workflow，按以下范围审查代码……”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111D9-0299-4B6B-ACBE-ED3C8886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ABAAB-97E1-41F8-94F5-5B16BE4B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62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编写编排脚本，运行时调度多个 subagent。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85231-D3E8-439F-9087-F24F8ED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需要确认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1724D-FF13-4D07-B10E-9616CFF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查看计划中的范围、预算、权限和失败策略。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DBBE8-3E30-4E02-8CBB-3BB23913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12C57-A409-46CC-9FF2-E5DD27C2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保存适用的工作流，后续通过参数调整范围。</a:t>
            </a:r>
          </a:p>
        </p:txBody>
      </p:sp>
    </p:spTree>
    <p:extLst>
      <p:ext uri="{BB962C8B-B14F-4D97-AF65-F5344CB8AC3E}">
        <p14:creationId xmlns:p14="http://schemas.microsoft.com/office/powerpoint/2010/main" val="5253873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E7C66-28B7-494E-8CA3-1AC90BD1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速度与成本是两笔账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5348E-1CF9-47B7-ABCF-AFBBEE6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原文成本提醒 + 试点评估建议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95590-C2E2-46CD-923E-E317E52B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24375"/>
                <a:gridCol w="4143375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观察什么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墙钟时间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关键路径、排队与重试时间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删掉虚假依赖，限制资源冲突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总使用量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各节点输入输出与验证开销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限制任务数、迭代数和总预算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漏项、误报、证据可复现性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固定验收集，统计人工复核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运维负担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异常恢复与结果追踪成本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job_id、版本和任务状态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50E97-FCE4-4271-876D-56B395B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更多并行可以缩短等待，但不会自动减少总工作量。</a:t>
            </a:r>
          </a:p>
        </p:txBody>
      </p:sp>
    </p:spTree>
    <p:extLst>
      <p:ext uri="{BB962C8B-B14F-4D97-AF65-F5344CB8AC3E}">
        <p14:creationId xmlns:p14="http://schemas.microsoft.com/office/powerpoint/2010/main" val="4940675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30CF1-2659-4FC1-B695-1C6D858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试点与验收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08277-4172-41CC-B2C4-7B2DC74D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9C265-3D62-4318-8654-3736A5E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32B6-E528-4719-A742-F150CDC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17947-F9A4-4D15-9BDB-AC2C453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固定代码、规则和验收集，记录串行耗时与结果。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32DA3-5B01-4196-87B0-B8FEBD4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只改一个维度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8FC6B-7B10-468A-9F7A-F4CA1AFF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先试 3 个并行任务，保留同一验证方式。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A2595-A2D4-4C63-BF5C-99F0DC4C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BD1D5-2D63-472F-92FB-3BAF8A10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完整性、误报、漏报、时间和成本一起看。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5196A-3323-491A-B3F3-96AAF858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决定是否扩展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38D64-7D3B-457F-B999-7D634541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收益明确才加宽。失败先查契约、证据与资源冲突。</a:t>
            </a:r>
          </a:p>
        </p:txBody>
      </p:sp>
    </p:spTree>
    <p:extLst>
      <p:ext uri="{BB962C8B-B14F-4D97-AF65-F5344CB8AC3E}">
        <p14:creationId xmlns:p14="http://schemas.microsoft.com/office/powerpoint/2010/main" val="18042014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C5B57-A467-47FE-A354-F6F1559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讨论：你会删掉哪一条边？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2C5DD-1A69-487B-9B6F-8CC31AEA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现场练习 · 建议 2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141F0-A8B9-4C85-BBBA-0DCAAADD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52710-D0AE-475C-B08A-14495EED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 审查 UART 驱动       B 审查 SPI 驱动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C 综合发现并生成补丁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D 编译修复后的固件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E 烧录同一块板卡并做回归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2ADC9-64A0-4812-9E76-F92EC9F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68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哪些任务可以并行？</a:t>
            </a:r>
          </a:p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如果 B 没有返回，最终报告应该怎样写？</a:t>
            </a:r>
          </a:p>
        </p:txBody>
      </p:sp>
    </p:spTree>
    <p:extLst>
      <p:ext uri="{BB962C8B-B14F-4D97-AF65-F5344CB8AC3E}">
        <p14:creationId xmlns:p14="http://schemas.microsoft.com/office/powerpoint/2010/main" val="16768322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C149C-0A70-43E1-8A36-B6C1A5F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参考资料与内容边界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C693C-3785-4667-B8A3-57842C34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完整链接与可复制规格见配套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57CB-F0C3-4F2B-A26A-F6D4F118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9F9E6-4E82-455A-854D-136B8FED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主要来源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A9859-228A-46BB-AF69-B7B1F4DE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771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Anatoli Kopadze · Graph Engineering explained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X 长文，2026-07-24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6BA4-CD94-46B1-A02C-AB533E71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官方补充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6298B-2A12-45C2-A053-96881FB4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28925"/>
            <a:ext cx="7715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Anthropic · Building effective agents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Docs · Dynamic workflows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LangGraph Docs · Workflows and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169D9-3254-4355-B567-10537080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2A786-FDAC-4BF9-A098-99FDA2D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715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嵌入式案例、耗时和限制参数均为教学示例。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原文宣传性比例与大型项目费用不作为实测结论。</a:t>
            </a:r>
          </a:p>
        </p:txBody>
      </p:sp>
    </p:spTree>
    <p:extLst>
      <p:ext uri="{BB962C8B-B14F-4D97-AF65-F5344CB8AC3E}">
        <p14:creationId xmlns:p14="http://schemas.microsoft.com/office/powerpoint/2010/main" val="443518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2026-09-07T09:51:30.8390000Z</dcterms:created>
  <dcterms:modified xsi:type="dcterms:W3CDTF">2026-09-07T09:51:30.8390000Z</dcterms:modified>
</coreProperties>
</file>