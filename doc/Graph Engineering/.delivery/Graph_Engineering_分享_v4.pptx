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b5d67074f433e" /><Relationship Type="http://schemas.openxmlformats.org/officeDocument/2006/relationships/extended-properties" Target="/docProps/app.xml" Id="R848ab48bb9984130" /><Relationship Type="http://schemas.openxmlformats.org/officeDocument/2006/relationships/officeDocument" Target="/ppt/presentation.xml" Id="R598232c43bd745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5aa59b55843a0"/>
  </p:sldMasterIdLst>
  <p:notesMasterIdLst>
    <p:notesMasterId xmlns:r="http://schemas.openxmlformats.org/officeDocument/2006/relationships" r:id="Rf340b9dba43842f4"/>
  </p:notesMasterIdLst>
  <p:sldIdLst>
    <p:sldId xmlns:r="http://schemas.openxmlformats.org/officeDocument/2006/relationships" id="256" r:id="R1a71ff418f2c45d5"/>
    <p:sldId xmlns:r="http://schemas.openxmlformats.org/officeDocument/2006/relationships" id="257" r:id="R618b238cf85846a1"/>
    <p:sldId xmlns:r="http://schemas.openxmlformats.org/officeDocument/2006/relationships" id="258" r:id="R7bcaeea2c43f41de"/>
    <p:sldId xmlns:r="http://schemas.openxmlformats.org/officeDocument/2006/relationships" id="259" r:id="R1a5c410920014b7b"/>
    <p:sldId xmlns:r="http://schemas.openxmlformats.org/officeDocument/2006/relationships" id="260" r:id="Rbeb43823c6c34074"/>
    <p:sldId xmlns:r="http://schemas.openxmlformats.org/officeDocument/2006/relationships" id="261" r:id="R7deef4b13a70415a"/>
    <p:sldId xmlns:r="http://schemas.openxmlformats.org/officeDocument/2006/relationships" id="262" r:id="R250d6682d8e345b1"/>
    <p:sldId xmlns:r="http://schemas.openxmlformats.org/officeDocument/2006/relationships" id="263" r:id="R1d9b0534591341db"/>
    <p:sldId xmlns:r="http://schemas.openxmlformats.org/officeDocument/2006/relationships" id="264" r:id="Rc8241b0551e041fe"/>
    <p:sldId xmlns:r="http://schemas.openxmlformats.org/officeDocument/2006/relationships" id="265" r:id="Ra76a8bf709a1402c"/>
    <p:sldId xmlns:r="http://schemas.openxmlformats.org/officeDocument/2006/relationships" id="266" r:id="Rd9d0b186b57c4059"/>
    <p:sldId xmlns:r="http://schemas.openxmlformats.org/officeDocument/2006/relationships" id="267" r:id="Rd7d70b7cb6ca49f9"/>
    <p:sldId xmlns:r="http://schemas.openxmlformats.org/officeDocument/2006/relationships" id="268" r:id="R94a367d2504e4588"/>
    <p:sldId xmlns:r="http://schemas.openxmlformats.org/officeDocument/2006/relationships" id="269" r:id="Rc8f9d58de9704c4b"/>
    <p:sldId xmlns:r="http://schemas.openxmlformats.org/officeDocument/2006/relationships" id="270" r:id="Rcf80878a5b8a400a"/>
    <p:sldId xmlns:r="http://schemas.openxmlformats.org/officeDocument/2006/relationships" id="271" r:id="R82e858d982b54efc"/>
    <p:sldId xmlns:r="http://schemas.openxmlformats.org/officeDocument/2006/relationships" id="272" r:id="Re9e25cbaeb3e41c3"/>
    <p:sldId xmlns:r="http://schemas.openxmlformats.org/officeDocument/2006/relationships" id="273" r:id="R077e1810e66f4aa6"/>
    <p:sldId xmlns:r="http://schemas.openxmlformats.org/officeDocument/2006/relationships" id="274" r:id="R26a576a245c14d67"/>
    <p:sldId xmlns:r="http://schemas.openxmlformats.org/officeDocument/2006/relationships" id="275" r:id="Rfbd073aeb785492f"/>
    <p:sldId xmlns:r="http://schemas.openxmlformats.org/officeDocument/2006/relationships" id="276" r:id="R8ec5cbed5d954de8"/>
    <p:sldId xmlns:r="http://schemas.openxmlformats.org/officeDocument/2006/relationships" id="277" r:id="Raa93c9478ee64f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67dc3fcf84e8b" /><Relationship Type="http://schemas.openxmlformats.org/officeDocument/2006/relationships/slideMaster" Target="/ppt/slideMasters/slideMaster1.xml" Id="Rd2a5aa59b55843a0" /><Relationship Type="http://schemas.openxmlformats.org/officeDocument/2006/relationships/notesMaster" Target="/ppt/notesMasters/notesMaster1.xml" Id="Rf340b9dba43842f4" /><Relationship Type="http://schemas.openxmlformats.org/officeDocument/2006/relationships/presProps" Target="/ppt/presProps.xml" Id="Ra0558ef6464745a6" /><Relationship Type="http://schemas.openxmlformats.org/officeDocument/2006/relationships/tableStyles" Target="/ppt/tableStyles.xml" Id="R3edf7e31f400490a" /><Relationship Type="http://schemas.openxmlformats.org/officeDocument/2006/relationships/slide" Target="/ppt/slides/slide1.xml" Id="R1a71ff418f2c45d5" /><Relationship Type="http://schemas.openxmlformats.org/officeDocument/2006/relationships/slide" Target="/ppt/slides/slide2.xml" Id="R618b238cf85846a1" /><Relationship Type="http://schemas.openxmlformats.org/officeDocument/2006/relationships/slide" Target="/ppt/slides/slide3.xml" Id="R7bcaeea2c43f41de" /><Relationship Type="http://schemas.openxmlformats.org/officeDocument/2006/relationships/slide" Target="/ppt/slides/slide4.xml" Id="R1a5c410920014b7b" /><Relationship Type="http://schemas.openxmlformats.org/officeDocument/2006/relationships/slide" Target="/ppt/slides/slide5.xml" Id="Rbeb43823c6c34074" /><Relationship Type="http://schemas.openxmlformats.org/officeDocument/2006/relationships/slide" Target="/ppt/slides/slide6.xml" Id="R7deef4b13a70415a" /><Relationship Type="http://schemas.openxmlformats.org/officeDocument/2006/relationships/slide" Target="/ppt/slides/slide7.xml" Id="R250d6682d8e345b1" /><Relationship Type="http://schemas.openxmlformats.org/officeDocument/2006/relationships/slide" Target="/ppt/slides/slide8.xml" Id="R1d9b0534591341db" /><Relationship Type="http://schemas.openxmlformats.org/officeDocument/2006/relationships/slide" Target="/ppt/slides/slide9.xml" Id="Rc8241b0551e041fe" /><Relationship Type="http://schemas.openxmlformats.org/officeDocument/2006/relationships/slide" Target="/ppt/slides/slide10.xml" Id="Ra76a8bf709a1402c" /><Relationship Type="http://schemas.openxmlformats.org/officeDocument/2006/relationships/slide" Target="/ppt/slides/slide11.xml" Id="Rd9d0b186b57c4059" /><Relationship Type="http://schemas.openxmlformats.org/officeDocument/2006/relationships/slide" Target="/ppt/slides/slide12.xml" Id="Rd7d70b7cb6ca49f9" /><Relationship Type="http://schemas.openxmlformats.org/officeDocument/2006/relationships/slide" Target="/ppt/slides/slide13.xml" Id="R94a367d2504e4588" /><Relationship Type="http://schemas.openxmlformats.org/officeDocument/2006/relationships/slide" Target="/ppt/slides/slide14.xml" Id="Rc8f9d58de9704c4b" /><Relationship Type="http://schemas.openxmlformats.org/officeDocument/2006/relationships/slide" Target="/ppt/slides/slide15.xml" Id="Rcf80878a5b8a400a" /><Relationship Type="http://schemas.openxmlformats.org/officeDocument/2006/relationships/slide" Target="/ppt/slides/slide16.xml" Id="R82e858d982b54efc" /><Relationship Type="http://schemas.openxmlformats.org/officeDocument/2006/relationships/slide" Target="/ppt/slides/slide17.xml" Id="Re9e25cbaeb3e41c3" /><Relationship Type="http://schemas.openxmlformats.org/officeDocument/2006/relationships/slide" Target="/ppt/slides/slide18.xml" Id="R077e1810e66f4aa6" /><Relationship Type="http://schemas.openxmlformats.org/officeDocument/2006/relationships/slide" Target="/ppt/slides/slide19.xml" Id="R26a576a245c14d67" /><Relationship Type="http://schemas.openxmlformats.org/officeDocument/2006/relationships/slide" Target="/ppt/slides/slide20.xml" Id="Rfbd073aeb785492f" /><Relationship Type="http://schemas.openxmlformats.org/officeDocument/2006/relationships/slide" Target="/ppt/slides/slide21.xml" Id="R8ec5cbed5d954de8" /><Relationship Type="http://schemas.openxmlformats.org/officeDocument/2006/relationships/slide" Target="/ppt/slides/slide22.xml" Id="Raa93c9478ee6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e2fa9366642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c58bf3b82446b" /><Relationship Type="http://schemas.openxmlformats.org/officeDocument/2006/relationships/notesMaster" Target="/ppt/notesMasters/notesMaster1.xml" Id="R782a533080ac46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7514d0ad84394" /><Relationship Type="http://schemas.openxmlformats.org/officeDocument/2006/relationships/notesMaster" Target="/ppt/notesMasters/notesMaster1.xml" Id="Reda7b54a01044b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e97c2178804566" /><Relationship Type="http://schemas.openxmlformats.org/officeDocument/2006/relationships/notesMaster" Target="/ppt/notesMasters/notesMaster1.xml" Id="Rb194606b7a9c4f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c73c2bf3ee40a5" /><Relationship Type="http://schemas.openxmlformats.org/officeDocument/2006/relationships/notesMaster" Target="/ppt/notesMasters/notesMaster1.xml" Id="Rc4571ba962914a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a7fa6edb84a0b" /><Relationship Type="http://schemas.openxmlformats.org/officeDocument/2006/relationships/notesMaster" Target="/ppt/notesMasters/notesMaster1.xml" Id="Rdb32189be6d34b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6317e6d894ca1" /><Relationship Type="http://schemas.openxmlformats.org/officeDocument/2006/relationships/notesMaster" Target="/ppt/notesMasters/notesMaster1.xml" Id="R7738157d08ed45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ea5767b32c4909" /><Relationship Type="http://schemas.openxmlformats.org/officeDocument/2006/relationships/notesMaster" Target="/ppt/notesMasters/notesMaster1.xml" Id="Red8ae821fd06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83e8fc72ea465a" /><Relationship Type="http://schemas.openxmlformats.org/officeDocument/2006/relationships/notesMaster" Target="/ppt/notesMasters/notesMaster1.xml" Id="Reb095aad6c3c41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5750fe4dbb46ca" /><Relationship Type="http://schemas.openxmlformats.org/officeDocument/2006/relationships/notesMaster" Target="/ppt/notesMasters/notesMaster1.xml" Id="Rab3f11b075b14f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3b3144f67e40e1" /><Relationship Type="http://schemas.openxmlformats.org/officeDocument/2006/relationships/notesMaster" Target="/ppt/notesMasters/notesMaster1.xml" Id="Rf5d74a9f96f74d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7ec12661f04189" /><Relationship Type="http://schemas.openxmlformats.org/officeDocument/2006/relationships/notesMaster" Target="/ppt/notesMasters/notesMaster1.xml" Id="R361de7a2b62e47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ce96d56e6d4bb1" /><Relationship Type="http://schemas.openxmlformats.org/officeDocument/2006/relationships/notesMaster" Target="/ppt/notesMasters/notesMaster1.xml" Id="R42053ff68ca645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4d1af4e504127" /><Relationship Type="http://schemas.openxmlformats.org/officeDocument/2006/relationships/notesMaster" Target="/ppt/notesMasters/notesMaster1.xml" Id="R09a3afa90d414d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85ef9da7ec4d92" /><Relationship Type="http://schemas.openxmlformats.org/officeDocument/2006/relationships/notesMaster" Target="/ppt/notesMasters/notesMaster1.xml" Id="Rd32cc78594574f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72fda6d2e84cf9" /><Relationship Type="http://schemas.openxmlformats.org/officeDocument/2006/relationships/notesMaster" Target="/ppt/notesMasters/notesMaster1.xml" Id="Rac2445ca43f842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7c73adddb44a43" /><Relationship Type="http://schemas.openxmlformats.org/officeDocument/2006/relationships/notesMaster" Target="/ppt/notesMasters/notesMaster1.xml" Id="R6b155eff086441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e14f0fcc194762" /><Relationship Type="http://schemas.openxmlformats.org/officeDocument/2006/relationships/notesMaster" Target="/ppt/notesMasters/notesMaster1.xml" Id="R1583da754c1a4b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38cc76e9ed4873" /><Relationship Type="http://schemas.openxmlformats.org/officeDocument/2006/relationships/notesMaster" Target="/ppt/notesMasters/notesMaster1.xml" Id="Rd7382f89d62f44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d409359e674ee7" /><Relationship Type="http://schemas.openxmlformats.org/officeDocument/2006/relationships/notesMaster" Target="/ppt/notesMasters/notesMaster1.xml" Id="Re20a08156e0941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a94f0dc3834ab1" /><Relationship Type="http://schemas.openxmlformats.org/officeDocument/2006/relationships/notesMaster" Target="/ppt/notesMasters/notesMaster1.xml" Id="R6c75f74a0e6542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c68975ebf94424" /><Relationship Type="http://schemas.openxmlformats.org/officeDocument/2006/relationships/notesMaster" Target="/ppt/notesMasters/notesMaster1.xml" Id="R58034a75b89745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3efcc088074de6" /><Relationship Type="http://schemas.openxmlformats.org/officeDocument/2006/relationships/notesMaster" Target="/ppt/notesMasters/notesMaster1.xml" Id="Re7059c493bde47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的主题是如何组织AI工作的依赖关系。听众应能画出自己的工作流，区分可并行任务和必须等待的步骤，并为汇总结果定义验收条件。约25分钟分享，可在第6页切到配套HTML演示延迟，在第11页演示静默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原文第1节将loop扩展为graph of loops。单次调用、串行链和循环都可以包含在执行图里。这里按工程复杂度解释，不是彼此取代的时代划分。图不一定是DAG，如果有反馈边就有环。用于耗时估计和调度时可以将局部循环限定次数或封装为有界节点。本文的Graph Engineering是工作流设计方法，并不要求图数据库。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2节将节点描述为一个任务，将边描述为上游输出进入下游输入。工程补充：节点也可以是确定性代码、工具调用或人工检查，并非每个节点都需要模型。此处是执行依赖图；知识图谱的节点通常是实体、边是事实关系。两者可以结合，但解决的问题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2节：一个节点必须有受约束的任务、明确输入和固定输出形状。以下是工程教学示例。输入以不可变commit固定代码版本。输出将finding与执行status分开，无发现不等于没运行。生产中还需校验字段、枚举、来源存在性，失败时有限重试。schema正确只是结构正确，不保证结论真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3、4节提出：后一个任务是否真正需要前一个任务的结果？例子是分别审查文件A和B。这里的关键补充是共用文件、API配额、硬件等资源也会形成约束。没有数据依赖只说明有并行的可能，还不能直接证明运行时无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推导，不是原文性能实测。假设先做准备5秒，再执行三个互相独立的任务，耗时分别为20、30、40秒，最后汇总10秒。资源足够且无额外调度开销时，串行105秒，并行55秒，约1.91倍。若并行新增协调开销15秒，则70秒，约1.50倍。一般DAG的无资源争用下界是关键路径长度，有限并发还受总工作量/并发数约束。循环需先设定展开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原文第5节的核心模式是fan out、reduce、synthesize，并在汇总前加入验证。拆分任务后，不同worker处理互补角度。普通代码完成去重和结构化整理。独立验证者核查证据。最后汇总通过检查的结果，但报告仍须披露失败任务和未验证结论。示意图取自原文，不表示只有五个worker才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5、7节建议用普通代码reduce，并在大规模输出时分层fan-in。补充：按来源去重会误删同一来源的不同结论，应采用任务ID、文件位置、规则等适当的业务键。分批摘要也可能丢掉少数异常，因此保留证据引用和原始产物。简单本地代码不消耗模型推理token，但系统存储和后续读取仍有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6节强调验证者使用独立上下文，避免继承生产者的自我解释。独立不等于没有必要材料：验证者仍需任务要求、待审结论、代码版本、源文件和验收标准。原文给出正确性、时效性、来源真实性三个视角。工程补充：多数票不能代替测试，多个模型可能有相关性偏差。结论失败后可拒收或有限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7节列出三类问题：输出集中导致上下文溢出、共享资源导致伪独立、worker失败而最终报告看似完整。此表将原文对策转为工程动作。分层摘要仍需要追溯原始证据。独立worktree防止覆盖，但不保证合并没有语义冲突。完整性检查不能只数返回条数，还应验证job_id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补充。每个job用固定ID，完成指进入success、failed、cancelled等终态，不代表全部成功。明确区分成功且无发现、超时、schema失败、验证不通过。重复回包不能弥补缺失ID。尝试次数、截止时间、预算都要有上限。被判定为代码缺陷是发现，不应自动触发worker重试。使用配套HTML切换失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9节强调拓扑结构不自动带来真实可靠的结论。节点互相看同一套报告，可能只是自洽。工程中的锚点可以是实际运行的测试、原始日志和固定验收规则。以下嵌入式例子是假设场景，不是项目实际记录。测试通过也只证明被测条件下的结果，需要考虑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8节：图适合有宽度的工作，小任务、真正串行的任务以及仍在探索的任务可能更适合单Agent或简单循环。图本身可以包含串行结构，所以这里讨论是否值得增加并行编排。补充：流程中设置少量必要人工关卡是合理的，不等于必须每一步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未运行用户工程。目标是对同一提交的驱动文件做只读错误处理审查。可以对UART、SPI、I2C文件分别分发任务，输出统一finding契约。为了避免跨文件知识缺失，各worker应获得相关头文件和接口定义。归并处理重复问题，独立验证检查完整调用链或最小复现。最后输出带覆盖率的清单，需改代码时再进入修复、构建和测试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不描述任何实际板卡故障。对固定快照进行不同主题的只读检查通常可以并行，但跨模块约束必须进入上下文。并发烧录同一板卡、写同一构建目录会冲突。测试日志若来自旧固件，也不是当前补丁的证据。图只安排工作，无法消除物理资源排他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框架无关的自然语言任务规格，不是可直接执行的SDK代码。限制参数是教学起点，不是通用最佳值。范围、并发、超时、失败策略、验收标准、输出目录都应具体。试点先只读，避免将发现问题和自动修复混在一次尚未验证的流程里。HTML中提供可复制的完整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伪代码，仅描述顺序。parallelBounded需要实际实现并发上限、超时及取消，runChecked需要执行schema校验与有限重试，auditCoverage核验ID集合，verifyFresh需要独立上下文和证据访问。不要把函数名误读成某个框架的真实API。对有副作用的节点，重试前必须设计幂等键或状态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原文第10、11节提出workflow用法。官方文档已核实dynamic workflows：Claude编写JavaScript编排脚本，runtime执行subagents，任务中间结果可保存在脚本变量中。官方当前支持明确请求创建workflow，也说明ultracode入口。功能可用性受套餐、配置和管理员设置影响。这里不实际启动workflow或改变配置。产品细节以2026-09-07查阅的官方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https://claude.com/blog/introducing-dynamic-workflows-in-claude-code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12节指出多Agent的总token花费会变大，调度方便并不意味着工作免费。工程补充建议按有效结果衡量收益：成功完成相同验收目标所用时间、总token、工具调用和人工复核投入。要同时控制并发峰值与总工作量。重试可能有新模型输入费用，重复派发不一定改善独立证据。没有采用原文Bun的费用与规模数字作为预算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落地建议。选择已知代码版本和固定问题集，先获得单Agent基线，再只增加一个并行维度，避免模型、范围、提示词同时变化导致无法归因。预先定义成功标准，不在结果不好时放宽规则。报告须包含未覆盖任务和成本。只有质量不下降且节省的等待值得新增成本，才扩大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动题，教学答案在讲者备注中。A和B同读固定代码快照，在资源允许下可并行；C必须读取A和B的发现；D必须等待补丁；E读取D的固件产物并占用独立板卡。不要删掉C到D或D到E的真依赖。讨论额外问题：B超时是否输出部分报告，是否需要人工继续确认？由Graph Spec的失败政策决定。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原文由用户提供链接。X正文直接访问受限，通过FxTwitter返回的同一status对应Article正文读取，作者、标题和文章ID一致。原文标题Graph Engineering explained: what it is, when to use it and when not to。文章观点经过中文重述。图示在第3、5、7、12页使用原文图片，作者Anatoli Kopadze。嵌入式案例、时间演算、任务规格和状态模型为教学补充。原文的AI利用率、Bun成本/规模与普遍加速倍数未作为已核实数据，官方Bun案例也与原文规模口径不同。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https://www.anthropic.com/engineering/multi-agent-research-system</a:t>
            </a:r>
          </a:p>
          <a:p xmlns:a="http://schemas.openxmlformats.org/drawingml/2006/main">
            <a:r>
              <a:t>https://docs.langchain.com/oss/python/langgraph/workflows-agents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https://claude.com/blog/introducing-dynamic-workflows-in-claude-code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99ccc0d7a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d5f35dbe714560" /><Relationship Type="http://schemas.openxmlformats.org/officeDocument/2006/relationships/slideLayout" Target="/ppt/slideLayouts/slideLayout1.xml" Id="R6488aeb282f94e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8aeb282f94e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d45f3815d4b9a" /><Relationship Type="http://schemas.openxmlformats.org/officeDocument/2006/relationships/notesSlide" Target="/ppt/notesSlides/notesSlide1.xml" Id="R0f9c59dc4fa84c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66a8ab5834267" /><Relationship Type="http://schemas.openxmlformats.org/officeDocument/2006/relationships/notesSlide" Target="/ppt/notesSlides/notesSlide2.xml" Id="R37ac2be0244e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b9da98d104102" /><Relationship Type="http://schemas.openxmlformats.org/officeDocument/2006/relationships/image" Target="/ppt/media/image.jpeg" Id="R2303525c588d4b73" /><Relationship Type="http://schemas.openxmlformats.org/officeDocument/2006/relationships/notesSlide" Target="/ppt/notesSlides/notesSlide3.xml" Id="R31e067a75f52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19df6c94b4e07" /><Relationship Type="http://schemas.openxmlformats.org/officeDocument/2006/relationships/notesSlide" Target="/ppt/notesSlides/notesSlide4.xml" Id="R8059f93438a34d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705d501814926" /><Relationship Type="http://schemas.openxmlformats.org/officeDocument/2006/relationships/image" Target="/ppt/media/image2.jpeg" Id="Ra4cbb7ac5cb34e68" /><Relationship Type="http://schemas.openxmlformats.org/officeDocument/2006/relationships/notesSlide" Target="/ppt/notesSlides/notesSlide5.xml" Id="Rb68ee805151147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815b1f3c94b6d" /><Relationship Type="http://schemas.openxmlformats.org/officeDocument/2006/relationships/notesSlide" Target="/ppt/notesSlides/notesSlide6.xml" Id="Ra0dc7d3b350b4d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7394ac96f4e7e" /><Relationship Type="http://schemas.openxmlformats.org/officeDocument/2006/relationships/image" Target="/ppt/media/image3.jpeg" Id="R433e65b90438476f" /><Relationship Type="http://schemas.openxmlformats.org/officeDocument/2006/relationships/notesSlide" Target="/ppt/notesSlides/notesSlide7.xml" Id="R6665e207a6c34a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1bbc06b34a6e" /><Relationship Type="http://schemas.openxmlformats.org/officeDocument/2006/relationships/notesSlide" Target="/ppt/notesSlides/notesSlide8.xml" Id="R87750a1d24344f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76f07588748b6" /><Relationship Type="http://schemas.openxmlformats.org/officeDocument/2006/relationships/notesSlide" Target="/ppt/notesSlides/notesSlide9.xml" Id="R3816c9be7dee4c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35275c85642f0" /><Relationship Type="http://schemas.openxmlformats.org/officeDocument/2006/relationships/notesSlide" Target="/ppt/notesSlides/notesSlide10.xml" Id="R984473ddd32c4b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288dd6f3495f" /><Relationship Type="http://schemas.openxmlformats.org/officeDocument/2006/relationships/notesSlide" Target="/ppt/notesSlides/notesSlide11.xml" Id="Rd34ebe9c9b904f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1563652d94023" /><Relationship Type="http://schemas.openxmlformats.org/officeDocument/2006/relationships/image" Target="/ppt/media/image4.jpeg" Id="Re3247f8e4f174a03" /><Relationship Type="http://schemas.openxmlformats.org/officeDocument/2006/relationships/notesSlide" Target="/ppt/notesSlides/notesSlide12.xml" Id="R1ca14a809f3a4c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a48ade6a343b5" /><Relationship Type="http://schemas.openxmlformats.org/officeDocument/2006/relationships/notesSlide" Target="/ppt/notesSlides/notesSlide13.xml" Id="Rd3a0e5425f5547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f13cf7d4547aa" /><Relationship Type="http://schemas.openxmlformats.org/officeDocument/2006/relationships/notesSlide" Target="/ppt/notesSlides/notesSlide14.xml" Id="R83ef3a272e9d4f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f5f94b6044b82" /><Relationship Type="http://schemas.openxmlformats.org/officeDocument/2006/relationships/notesSlide" Target="/ppt/notesSlides/notesSlide15.xml" Id="Rf2adcbc863874f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0e586d8814ef6" /><Relationship Type="http://schemas.openxmlformats.org/officeDocument/2006/relationships/notesSlide" Target="/ppt/notesSlides/notesSlide16.xml" Id="Rfa9afe50070545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df96016f452c" /><Relationship Type="http://schemas.openxmlformats.org/officeDocument/2006/relationships/notesSlide" Target="/ppt/notesSlides/notesSlide17.xml" Id="Rb025d667c96548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de20775da4fa9" /><Relationship Type="http://schemas.openxmlformats.org/officeDocument/2006/relationships/notesSlide" Target="/ppt/notesSlides/notesSlide18.xml" Id="R54cbf436e79e49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c8528372046a8" /><Relationship Type="http://schemas.openxmlformats.org/officeDocument/2006/relationships/notesSlide" Target="/ppt/notesSlides/notesSlide19.xml" Id="Rd97804d19d064f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682a7699045c2" /><Relationship Type="http://schemas.openxmlformats.org/officeDocument/2006/relationships/notesSlide" Target="/ppt/notesSlides/notesSlide20.xml" Id="Rb3b979cc5fb24a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16e0ee5984e2c" /><Relationship Type="http://schemas.openxmlformats.org/officeDocument/2006/relationships/notesSlide" Target="/ppt/notesSlides/notesSlide21.xml" Id="Ra1f047fe13ac42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3e4b5b8354467" /><Relationship Type="http://schemas.openxmlformats.org/officeDocument/2006/relationships/notesSlide" Target="/ppt/notesSlides/notesSlide22.xml" Id="R0045dea749884a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8737D-E33B-41C9-B302-7A579FD0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Graph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71215-0D96-44E5-99FA-4C7E0A8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基于 Anatoli Kopadze 文章的中文技术分享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A309F-F94A-4839-8927-6548B4E6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CCEB7-28D8-43A9-9CAE-D64467D6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AI Agent 工作流的依赖、并行与验证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71D05-9239-4BF7-8283-8C9D607E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让任务按真实依赖执行，让结论经得起外部检验。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21B2D-D18C-4BE1-A41D-2D5E2EE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原文发表于 2026.07.24</a:t>
            </a:r>
          </a:p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工程补充以代码审查和嵌入式开发为例</a:t>
            </a:r>
          </a:p>
        </p:txBody>
      </p:sp>
    </p:spTree>
    <p:extLst>
      <p:ext uri="{BB962C8B-B14F-4D97-AF65-F5344CB8AC3E}">
        <p14:creationId xmlns:p14="http://schemas.microsoft.com/office/powerpoint/2010/main" val="296069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D2E4E-FBEB-42B1-AEB1-554A7A10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单次调用、循环与图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1606C-4C84-4F54-9D8C-13CD9A3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 + 概念补充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F1EDC-2576-4335-AE2E-EFB8C7AB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62839-9393-47DC-B1D7-352D41D6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单次调用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D566B-9F83-4C93-969D-80701E1B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一个请求得到一个结果，适合边界清楚的小任务。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9161E-6998-4DEF-B92A-FE48DCF7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循环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3AF38-AACA-4B48-9BFB-7A4C247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产出、检查、修正，直到满足标准或触及上限。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32E83-7A68-434F-89A6-6D6878A3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依赖图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8CD86-FC68-44C9-87DB-6018632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明确多个任务的依赖，安排分支、汇合和反馈。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D9157-1631-43E9-AD54-93AB6117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图中的循环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29880-B7F7-47D5-BE42-404F67C5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各分支可以独立迭代，汇合后仍需检查全局一致性。</a:t>
            </a:r>
          </a:p>
        </p:txBody>
      </p:sp>
    </p:spTree>
    <p:extLst>
      <p:ext uri="{BB962C8B-B14F-4D97-AF65-F5344CB8AC3E}">
        <p14:creationId xmlns:p14="http://schemas.microsoft.com/office/powerpoint/2010/main" val="1944855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3034C-9FD6-41C0-A09A-EC9D0960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节点与边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9AA1A-3BAA-4032-B756-0DE6A9E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02210-A9BF-4748-B098-550A5BE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3525c588d4b73"/>
          <a:stretch xmlns:a="http://schemas.openxmlformats.org/drawingml/2006/main"/>
        </p:blipFill>
        <p:spPr>
          <a:xfrm xmlns:a="http://schemas.openxmlformats.org/drawingml/2006/main">
            <a:off x="4286250" y="1602581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91B59-A59C-4A50-9EB6-2DAD67B1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节点 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DAFFE-F958-4839-A552-A87ADCD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一个职责明确的任务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可以由模型或代码执行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EEEBD-EFBE-4343-8073-E46C76AB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边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FA76C-E64A-4B56-A3FB-825A04F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传递结果或约束顺序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下游满足条件后启动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DD17-E75D-4E06-A10F-6CF2908B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本次讨论执行依赖图。知识图谱描述实体与事实关系。</a:t>
            </a:r>
          </a:p>
        </p:txBody>
      </p:sp>
    </p:spTree>
    <p:extLst>
      <p:ext uri="{BB962C8B-B14F-4D97-AF65-F5344CB8AC3E}">
        <p14:creationId xmlns:p14="http://schemas.microsoft.com/office/powerpoint/2010/main" val="1706259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C8DDF-9E98-44A2-9453-61346E78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AA9F0-591F-4FE4-95EC-6E7D59E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原文方法 + 教学示例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669FE-059D-43B1-93AC-41BD894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28EC0-2A8F-49D2-8514-93E124AB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02C77-E019-4514-87E5-E18848DE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审查一个源文件的错误处理，只提交发现与证据。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8F429-96E6-4BFB-87D6-D29F874F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BC39A-BB78-46B7-ACCF-210D9DB7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job_id、commit、file、审查规则和只读权限。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F978C-157C-4EC5-9C3E-DE2D60F3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BF0C6-4F9A-4F7F-B79B-7BBD2E7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status、findings[]、evidence、error、attempt。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1EE20-8585-4E06-ADD0-E966698C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{ job_id: "J07", status: "ok", findings: []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E6FD0-2C0F-4A2D-ACDE-471DFC1B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空 findings 表示检查后无发现。没有返回结果需要单独报错。</a:t>
            </a:r>
          </a:p>
        </p:txBody>
      </p:sp>
    </p:spTree>
    <p:extLst>
      <p:ext uri="{BB962C8B-B14F-4D97-AF65-F5344CB8AC3E}">
        <p14:creationId xmlns:p14="http://schemas.microsoft.com/office/powerpoint/2010/main" val="2000786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0B219-CDBF-426A-98EC-1B65F90B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虚假依赖测试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3ECC6-7E45-45DD-BE49-969145B5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075F5-E7B7-4452-AB19-C302B47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bb7ac5cb34e68"/>
          <a:stretch xmlns:a="http://schemas.openxmlformats.org/drawingml/2006/main"/>
        </p:blipFill>
        <p:spPr>
          <a:xfrm xmlns:a="http://schemas.openxmlformats.org/drawingml/2006/main">
            <a:off x="4192058" y="1466850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BF6B7-DC10-4EFE-8154-5CE81FF8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B 要消费</a:t>
            </a:r>
          </a:p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A 的结果吗？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B7D0A-01FE-4D28-81CD-AFF00B43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3314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需要：保留先后顺序。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不需要：再检查共享资源，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确认后才并行。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6AAC-1FC3-429A-9883-15A98FD8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边的存在应当有理由：数据、控制条件或资源约束。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426653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4753E-8ED9-4602-91AB-298A387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并行收益取决于关键路径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520D0-6894-413B-B611-83433B2C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工程推导 · 理想化教学数值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D7CA6-99E9-465F-96B2-636F3783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D82D4-1A2E-4D0C-A789-9461A41F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准备 5s    独立任务 20s / 30s / 40s    汇总 10s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5FFDB-D7B8-4341-BF9E-454DA96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105s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EA970-5436-4D0D-AD5E-10051AF6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串行：5 + 20 + 30 + 40 + 10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08E2D-388F-46C6-B6F1-8EE83F0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38425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55s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2B2C7-ECD2-4061-BC6E-DD76EE21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理想并行：5 + max(20, 30, 40) + 10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D13CB-E6D6-42C0-A91E-A14F87EA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加入 15s 额外协调开销后为 70s。并发上限和资源争用还会增加耗时。</a:t>
            </a:r>
          </a:p>
        </p:txBody>
      </p:sp>
    </p:spTree>
    <p:extLst>
      <p:ext uri="{BB962C8B-B14F-4D97-AF65-F5344CB8AC3E}">
        <p14:creationId xmlns:p14="http://schemas.microsoft.com/office/powerpoint/2010/main" val="743780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8146C-2062-43EA-8147-B39B0FD4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菱形工作流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FF604-2111-49A8-A5C8-284FDD06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F5AAD-225B-4445-AE34-D87F167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65b90438476f"/>
          <a:stretch xmlns:a="http://schemas.openxmlformats.org/drawingml/2006/main"/>
        </p:blipFill>
        <p:spPr>
          <a:xfrm xmlns:a="http://schemas.openxmlformats.org/drawingml/2006/main">
            <a:off x="3762375" y="1502866"/>
            <a:ext cx="7762875" cy="43666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6A204-00BA-4093-8672-E1456C50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分发 Fan-out</a:t>
            </a:r>
          </a:p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让独立任务同时进行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E0472-0149-4072-9DD5-B6EFBB69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归并 Reduce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用代码整理和去重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FA916-13EC-4206-B7CB-7724619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85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综合 Synthesize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基于证据形成报告</a:t>
            </a:r>
          </a:p>
        </p:txBody>
      </p:sp>
    </p:spTree>
    <p:extLst>
      <p:ext uri="{BB962C8B-B14F-4D97-AF65-F5344CB8AC3E}">
        <p14:creationId xmlns:p14="http://schemas.microsoft.com/office/powerpoint/2010/main" val="1242718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1D030-D1BA-40EE-A829-0035F00F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汇总前的数据整理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2C93-BFAA-4951-B5A2-4BFDD4A8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原文方法 + 工程补充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0C87E-3827-490C-8FD0-DDB018A3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6E148-FB69-4938-85E0-F1A895A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先校验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72558-A117-437E-9C0C-D6F8DD8C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478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 是否匹配？格式和状态是否合法？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8C9EC-BB86-4954-A5BD-0E886672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5DFE6-D410-4E6E-90AB-2CBDF93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955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按文件位置与问题规则等业务键合并重复发现。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68ACA-5971-4944-8588-8FA8090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再压缩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25443-CD55-453B-83E1-5869ED84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433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结果过多时分组摘要，保留证据 ID 和异常项。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F6314-C8BC-4391-ABC1-FDC9ED5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最后综合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571EB-5D42-4840-9FDB-F0383878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910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只把必要证据交给汇总节点，注明覆盖范围。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941463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DD348-DCB1-4933-8795-8DB8F712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独立验证节点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91608-02F9-472C-8D74-C8604BAD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24D07-9B38-4709-8962-E47D50D9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6D503-237B-4B90-A085-286424C2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给它什么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B8F4D-236A-48EB-8CAC-AF08922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待验证结论、原始证据、验收标准。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B92D1-C4B3-480C-BEA7-E9A63297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避免什么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21942-19C5-46D1-AE57-ADB52980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把生产者整段对话当成既定事实传下去。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540A5-657C-4B46-983B-AE5BE133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89604-691F-4E0A-A173-7E27316C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尝试反驳结论，检查来源，执行可复现验证。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2A520-A741-4C45-9D04-F4A087D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怎样裁决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89F32-11C3-491A-BF45-E7287746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006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通过、拒绝或证据不足，并记录理由。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18964996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E7360-B4D7-447A-8DB0-A8B61AC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三类容易被掩盖的故障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1359-C7B2-4AEC-87D4-DF3326B4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89BA6-30D0-4E6E-AA00-B083BF95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619500"/>
                <a:gridCol w="4810125"/>
              </a:tblGrid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工程处理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上下文过载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最终节点接不住所有输出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分层汇总，保留来源索引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隐藏资源依赖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并行任务覆盖文件或抢设备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隔离工作区，限定资源并发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静默节点失败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少了输入却生成完整报告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核对任务 ID，明确失败和缺项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CCFAE-466D-45D3-82B9-A6F18A0F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并行扩大了吞吐量，也扩大了对完整性和可观测性的要求。</a:t>
            </a:r>
          </a:p>
        </p:txBody>
      </p:sp>
    </p:spTree>
    <p:extLst>
      <p:ext uri="{BB962C8B-B14F-4D97-AF65-F5344CB8AC3E}">
        <p14:creationId xmlns:p14="http://schemas.microsoft.com/office/powerpoint/2010/main" val="18776337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6B1D1-CC28-4275-A208-746E9A33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任务完成与结果完整性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2FC5D-3928-4CE0-9A8D-5FE20C9A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运行状态与 fan-in 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38235-B265-4E94-8A3E-ED4A87C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D2C7F-A438-4D6C-B9FC-F910910A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任务集：A、B、C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8A41F-A757-4589-B439-F1E43CF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收到：A 成功、B 无发现、C 超时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55A76-932C-47DE-9926-C09B2F54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结论：2 / 3 完成有效检查，C 待补查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82A30-1AB8-4482-A1D2-E75BE39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先核对 ID 集合和状态，再决定重试、输出部分报告或停止。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有限重试只针对可恢复错误。所有报告都应披露未覆盖范围。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9626475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CC92-D764-4FD7-A25B-A4515A2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Anchors：连接外部证据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75D69-C71A-4664-9128-7F698DB7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5D5D-02AD-43F8-9FD2-9AFF916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47f8e4f174a03"/>
          <a:stretch xmlns:a="http://schemas.openxmlformats.org/drawingml/2006/main"/>
        </p:blipFill>
        <p:spPr>
          <a:xfrm xmlns:a="http://schemas.openxmlformats.org/drawingml/2006/main">
            <a:off x="4276725" y="1654076"/>
            <a:ext cx="7191375" cy="40451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D75A2-4394-4B9C-9FE4-D3470AC7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真实运行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BB5FE-CD41-482F-B8CA-B45EE686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构建退出码、测试产物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原始日志、板上测量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5FEE0-0010-478A-99FA-4AE2734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固定标准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FAD9-6DBE-46CC-8D45-B6B6F704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固件版本、测试条件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不可由优化器自行放宽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E992E-339E-4F4F-AF16-E95C295B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验证的是外部事实，而非多个节点对同一份报告的赞同。</a:t>
            </a:r>
          </a:p>
        </p:txBody>
      </p:sp>
    </p:spTree>
    <p:extLst>
      <p:ext uri="{BB962C8B-B14F-4D97-AF65-F5344CB8AC3E}">
        <p14:creationId xmlns:p14="http://schemas.microsoft.com/office/powerpoint/2010/main" val="7361403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8CFFC-9D50-415E-90C5-CD12B539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58D78-876A-41EF-BBED-B62E543F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原文适用性判断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48DFA-880B-4360-9A07-CDD2C29B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049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4953000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任务特征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更合适的起点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多个独立模块，验收规则相同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有限并行的审查工作流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一个缺陷，尚未明确复现条件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Agent 对话式排查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编译后才能烧录，烧录后才能测量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保留真实顺序的流程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多个方案，可在固定标准下比较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并行探索，再独立评估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D94B-A6B0-40C3-9738-AF63FE55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判断依据是依赖关系和收益，不是 Agent 数量。</a:t>
            </a:r>
          </a:p>
        </p:txBody>
      </p:sp>
    </p:spTree>
    <p:extLst>
      <p:ext uri="{BB962C8B-B14F-4D97-AF65-F5344CB8AC3E}">
        <p14:creationId xmlns:p14="http://schemas.microsoft.com/office/powerpoint/2010/main" val="1349313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6F267-E6B2-407B-88AC-4A0C073A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嵌入式案例：驱动审查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85139-89EE-4325-9FE2-75DF988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无实际项目测试结果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FB4F0-60B5-4AD5-B339-94CC22F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9C2E2-0B19-4571-ABD2-466F30D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5164B-3D42-42CE-AC0F-85080B3F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 commit，选定 UART / SPI / I2C 驱动文件。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B09A1-62CE-4286-9F4B-29651512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2536D-481B-42B6-8FD9-43ED78E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各自审查返回值、超时路径和资源释放，记录证据。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DC9EF-7A13-4EB7-845F-4F4510B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归并与验证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56D47-BD9C-4465-8F6A-7029AC67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去重后检查调用链，复核问题是否可触发。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6CB4C-7350-4902-B39B-4EB54E6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37921-3339-4813-965C-7E2CBCBB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问题、证据、影响范围、未检查文件和下一步验证。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5552206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F4748-00A8-41A7-A020-A64E75E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FreeRTOS 场景里的真实依赖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28E1-2C75-4EB6-BAD2-68D4F8E2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资源和版本约束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31E0D-447C-45B7-BFDD-E7D57794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24025"/>
          <a:ext xmlns:a="http://schemas.openxmlformats.org/drawingml/2006/main" cx="108585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候选任务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并行条件或必须等待的原因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查队列调用与查超时处理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只读同一快照，提供相关接口上下文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两个模块同时生成补丁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独立工作区，合并后统一回归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两项测试使用同一块板卡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独占租约或排队，避免互相改状态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补丁、编译、烧录、板上测试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后一步依赖前一步产物，保留顺序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A0E90-AEA7-4EC9-906C-5037A8B1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代码版本、固件哈希和日志来源必须匹配。</a:t>
            </a:r>
          </a:p>
        </p:txBody>
      </p:sp>
    </p:spTree>
    <p:extLst>
      <p:ext uri="{BB962C8B-B14F-4D97-AF65-F5344CB8AC3E}">
        <p14:creationId xmlns:p14="http://schemas.microsoft.com/office/powerpoint/2010/main" val="1317497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99182-A2F4-4F2B-A893-22E1948F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一份最小 Graph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B457E-0D28-4CE6-A808-E99E3A1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可迁移的任务规格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022F-5B8D-40E6-9425-1B70AC28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7A769-B161-41EE-ACC3-AB6707A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目标与范围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A0C9E-CB44-4B3C-8F85-D2371D94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审查指定 commit 下最多 12 个驱动文件，只读。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17735-8628-4283-971E-3FB0897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任务与预算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20E6A-9EE8-45F4-883C-453B9E49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每文件一个任务，并发不超过 3，每任务最多 2 次尝试。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09226-D80C-43BC-AF79-17628718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验证与失败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480AC-6F8E-4F80-94B2-BDC7BF4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每个发现独立复核。超时和漏项必须出现在报告中。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0824F-9875-4C24-931C-CEA3BB1D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验收与交付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D6E6C-F497-4884-A3EA-952E935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逐项标注证据与覆盖状态，输出报告后结束。</a:t>
            </a:r>
          </a:p>
        </p:txBody>
      </p:sp>
    </p:spTree>
    <p:extLst>
      <p:ext uri="{BB962C8B-B14F-4D97-AF65-F5344CB8AC3E}">
        <p14:creationId xmlns:p14="http://schemas.microsoft.com/office/powerpoint/2010/main" val="749155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0E4C-879A-402D-A6CB-EB813057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编排层的职责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00EB7-672D-490A-9D4B-D8A612D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伪代码，非特定 SDK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EFEEF-BAD3-4F86-957F-1FAA893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B935E-1566-444D-A30A-1C0C39D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1066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jobs = plan(scope, fixed_commit)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results = parallelBounded(jobs, limit=3, runChecked)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coverage = auditCoverage(jobs, results)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findings = dedupe(validResults(results))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verified = verifyFresh(findings, acceptance_rules)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report(verified, coverage, failed_jobs)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60C43-879C-44B4-A7A1-B430CDF9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普通代码负责状态、格式与完整性。模型负责需要判断的任务。</a:t>
            </a:r>
          </a:p>
        </p:txBody>
      </p:sp>
    </p:spTree>
    <p:extLst>
      <p:ext uri="{BB962C8B-B14F-4D97-AF65-F5344CB8AC3E}">
        <p14:creationId xmlns:p14="http://schemas.microsoft.com/office/powerpoint/2010/main" val="1582850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EB6F8-1450-4910-8DD3-1A0C9F51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的产品入口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A7B5E-08BA-430E-B2AD-EAF184AB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官方文档补充 · 核实于 2026.09.07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DD463-98EE-4FBA-90DB-77C48252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7333B-27D9-49BD-9A21-28983274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“请创建一个 workflow，按以下范围审查代码……”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E07C2-5FE3-4BDD-AEA6-DEA6698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25739-081C-4E40-86BA-D77FCDD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62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编写编排脚本，运行时调度多个 subagent。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8BDB3-9D6E-420B-B7EC-F53DB61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需要确认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7F39B-2E73-4E5D-8C34-5836AF3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查看计划中的范围、预算、权限和失败策略。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EF8B3-7E08-4DB0-86C3-CD031DC3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复用方式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B15DC-3E9C-402F-9898-9CE6B24D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保存适用的工作流，后续通过参数调整范围。</a:t>
            </a:r>
          </a:p>
        </p:txBody>
      </p:sp>
    </p:spTree>
    <p:extLst>
      <p:ext uri="{BB962C8B-B14F-4D97-AF65-F5344CB8AC3E}">
        <p14:creationId xmlns:p14="http://schemas.microsoft.com/office/powerpoint/2010/main" val="11318193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748E9-DE05-43FE-ADFC-96CC0D8D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速度与成本是两笔账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36992-FD1F-4E0B-85CB-1AB45E1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原文成本提醒 + 试点评估建议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875B2-7409-4B59-AE59-468751F0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24375"/>
                <a:gridCol w="4143375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观察什么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墙钟时间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关键路径、排队与重试时间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删掉虚假依赖，限制资源冲突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总使用量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各节点输入输出与验证开销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限制任务数、迭代数和总预算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漏项、误报、证据可复现性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固定验收集，统计人工复核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运维负担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异常恢复与结果追踪成本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 job_id、版本和任务状态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2B149-F4DB-4F4E-A50F-696EDF9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更多并行可以缩短等待，但不会自动减少总工作量。</a:t>
            </a:r>
          </a:p>
        </p:txBody>
      </p:sp>
    </p:spTree>
    <p:extLst>
      <p:ext uri="{BB962C8B-B14F-4D97-AF65-F5344CB8AC3E}">
        <p14:creationId xmlns:p14="http://schemas.microsoft.com/office/powerpoint/2010/main" val="6544863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69917-D4C7-4D02-BFC9-62B2E9C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试点与验收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3635C-5C3A-4201-A6EA-044236AB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9BBEC-83B0-49F1-B039-C36475D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A7E4A-40A7-41A3-990F-EE7CFD06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49544-0453-4760-9AF0-F20A59A5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固定代码、规则和验收集，记录串行耗时与结果。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316E1-A261-4BC3-A9A7-23D45388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只改一个维度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EB658-E89B-4198-8369-0781FD1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先试 3 个并行任务，保留同一验证方式。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56921-30AA-4F5E-BE5D-2DE6606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比较结果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5CBAD-771B-4F48-A9BF-0BF5B66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完整性、误报、漏报、时间和成本一起看。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1AED6-F5CE-41B0-8259-A167D243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决定是否扩展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CD2A8-68B0-4B27-B6E2-835B9F1E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收益明确才加宽。失败先查契约、证据与资源冲突。</a:t>
            </a:r>
          </a:p>
        </p:txBody>
      </p:sp>
    </p:spTree>
    <p:extLst>
      <p:ext uri="{BB962C8B-B14F-4D97-AF65-F5344CB8AC3E}">
        <p14:creationId xmlns:p14="http://schemas.microsoft.com/office/powerpoint/2010/main" val="11037957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EF26C-C261-4888-A64F-6850219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讨论：你会删掉哪一条边？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C6F73-3C38-400B-8E0E-CD1744F4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现场练习 · 建议 2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B6B5-B9E5-4177-AFC0-755CB37C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3D75B-236B-4F41-8EA6-9A0588F5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 审查 UART 驱动       B 审查 SPI 驱动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C 综合发现并生成补丁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D 编译修复后的固件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E 烧录同一块板卡并做回归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2C6E8-1BF4-44E0-A04B-F88B1447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68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哪些任务可以并行？</a:t>
            </a:r>
          </a:p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如果 B 没有返回，最终报告应该怎样写？</a:t>
            </a:r>
          </a:p>
        </p:txBody>
      </p:sp>
    </p:spTree>
    <p:extLst>
      <p:ext uri="{BB962C8B-B14F-4D97-AF65-F5344CB8AC3E}">
        <p14:creationId xmlns:p14="http://schemas.microsoft.com/office/powerpoint/2010/main" val="17787062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44898-4758-4F21-86BE-C55EC0AB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参考资料与内容边界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AFB46-1238-4272-AF60-8AF8A7FB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完整链接与可复制规格见配套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F7BE6-960C-477F-8C3B-184B584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82FFC-5CC2-46F1-826D-07C92538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主要来源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22554-DB4E-4367-9C30-D4CD5B7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7715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Anatoli Kopadze · Graph Engineering explained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X 长文，2026-07-24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7CB7F-890E-46DE-B429-BA34BDC6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官方补充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C60F1-423C-4E1A-A769-B7D0CFF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28925"/>
            <a:ext cx="7715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Anthropic · Building effective agents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Docs · Dynamic workflows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LangGraph Docs · Workflows and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862A3-73BC-42CB-839C-6CBE71BE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8F65D-A8CF-40AE-9937-356FDE7F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715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嵌入式案例、耗时和限制参数均为教学示例。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原文宣传性比例与大型项目费用不作为实测结论。</a:t>
            </a:r>
          </a:p>
        </p:txBody>
      </p:sp>
    </p:spTree>
    <p:extLst>
      <p:ext uri="{BB962C8B-B14F-4D97-AF65-F5344CB8AC3E}">
        <p14:creationId xmlns:p14="http://schemas.microsoft.com/office/powerpoint/2010/main" val="1363248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2026-09-07T09:52:15.6580000Z</dcterms:created>
  <dcterms:modified xsi:type="dcterms:W3CDTF">2026-09-07T09:52:15.6580000Z</dcterms:modified>
</coreProperties>
</file>