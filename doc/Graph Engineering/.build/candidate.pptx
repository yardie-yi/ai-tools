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9d8d6ffa74017" /><Relationship Type="http://schemas.openxmlformats.org/officeDocument/2006/relationships/extended-properties" Target="/docProps/app.xml" Id="R300c251253ba48c6" /><Relationship Type="http://schemas.openxmlformats.org/officeDocument/2006/relationships/officeDocument" Target="/ppt/presentation.xml" Id="R2174e7e9718b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8b5d8b4004821"/>
  </p:sldMasterIdLst>
  <p:notesMasterIdLst>
    <p:notesMasterId xmlns:r="http://schemas.openxmlformats.org/officeDocument/2006/relationships" r:id="Re96b66f54aca46d1"/>
  </p:notesMasterIdLst>
  <p:sldIdLst>
    <p:sldId xmlns:r="http://schemas.openxmlformats.org/officeDocument/2006/relationships" id="256" r:id="Ra02ff3e24ed54b82"/>
    <p:sldId xmlns:r="http://schemas.openxmlformats.org/officeDocument/2006/relationships" id="257" r:id="R52f79657419047f2"/>
    <p:sldId xmlns:r="http://schemas.openxmlformats.org/officeDocument/2006/relationships" id="258" r:id="Rbfb9ee62623644e4"/>
    <p:sldId xmlns:r="http://schemas.openxmlformats.org/officeDocument/2006/relationships" id="259" r:id="R4bc67f27bd1346b2"/>
    <p:sldId xmlns:r="http://schemas.openxmlformats.org/officeDocument/2006/relationships" id="260" r:id="R5e5aeba3e4804fd7"/>
    <p:sldId xmlns:r="http://schemas.openxmlformats.org/officeDocument/2006/relationships" id="261" r:id="Ra327bddbb31d4586"/>
    <p:sldId xmlns:r="http://schemas.openxmlformats.org/officeDocument/2006/relationships" id="262" r:id="Rb5bdbe4166df47dc"/>
    <p:sldId xmlns:r="http://schemas.openxmlformats.org/officeDocument/2006/relationships" id="263" r:id="Rebe8a62907694aa0"/>
    <p:sldId xmlns:r="http://schemas.openxmlformats.org/officeDocument/2006/relationships" id="264" r:id="R823693fbfdc24753"/>
    <p:sldId xmlns:r="http://schemas.openxmlformats.org/officeDocument/2006/relationships" id="265" r:id="Rddea5795a20845c6"/>
    <p:sldId xmlns:r="http://schemas.openxmlformats.org/officeDocument/2006/relationships" id="266" r:id="R69cb8b14f3f84d3c"/>
    <p:sldId xmlns:r="http://schemas.openxmlformats.org/officeDocument/2006/relationships" id="267" r:id="R3d34ff997da143d7"/>
    <p:sldId xmlns:r="http://schemas.openxmlformats.org/officeDocument/2006/relationships" id="268" r:id="Ra86d2fb480c84711"/>
    <p:sldId xmlns:r="http://schemas.openxmlformats.org/officeDocument/2006/relationships" id="269" r:id="Refa55bd417934da5"/>
    <p:sldId xmlns:r="http://schemas.openxmlformats.org/officeDocument/2006/relationships" id="270" r:id="R7b73ea843e144a0c"/>
    <p:sldId xmlns:r="http://schemas.openxmlformats.org/officeDocument/2006/relationships" id="271" r:id="R4a95ebde671340e2"/>
    <p:sldId xmlns:r="http://schemas.openxmlformats.org/officeDocument/2006/relationships" id="272" r:id="Rae3e4465bf38469b"/>
    <p:sldId xmlns:r="http://schemas.openxmlformats.org/officeDocument/2006/relationships" id="273" r:id="Reeb8c999d18340d5"/>
    <p:sldId xmlns:r="http://schemas.openxmlformats.org/officeDocument/2006/relationships" id="274" r:id="R3a03fbc1b5744f4e"/>
    <p:sldId xmlns:r="http://schemas.openxmlformats.org/officeDocument/2006/relationships" id="275" r:id="Redf89fa363d147ba"/>
    <p:sldId xmlns:r="http://schemas.openxmlformats.org/officeDocument/2006/relationships" id="276" r:id="R010c9b97d83440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8a315e65104f80" /><Relationship Type="http://schemas.openxmlformats.org/officeDocument/2006/relationships/slideMaster" Target="/ppt/slideMasters/slideMaster1.xml" Id="R6fa8b5d8b4004821" /><Relationship Type="http://schemas.openxmlformats.org/officeDocument/2006/relationships/notesMaster" Target="/ppt/notesMasters/notesMaster1.xml" Id="Re96b66f54aca46d1" /><Relationship Type="http://schemas.openxmlformats.org/officeDocument/2006/relationships/presProps" Target="/ppt/presProps.xml" Id="R1b2677477d654191" /><Relationship Type="http://schemas.openxmlformats.org/officeDocument/2006/relationships/tableStyles" Target="/ppt/tableStyles.xml" Id="R13c9232cd6ec4f4f" /><Relationship Type="http://schemas.openxmlformats.org/officeDocument/2006/relationships/slide" Target="/ppt/slides/slide1.xml" Id="Ra02ff3e24ed54b82" /><Relationship Type="http://schemas.openxmlformats.org/officeDocument/2006/relationships/slide" Target="/ppt/slides/slide2.xml" Id="R52f79657419047f2" /><Relationship Type="http://schemas.openxmlformats.org/officeDocument/2006/relationships/slide" Target="/ppt/slides/slide3.xml" Id="Rbfb9ee62623644e4" /><Relationship Type="http://schemas.openxmlformats.org/officeDocument/2006/relationships/slide" Target="/ppt/slides/slide4.xml" Id="R4bc67f27bd1346b2" /><Relationship Type="http://schemas.openxmlformats.org/officeDocument/2006/relationships/slide" Target="/ppt/slides/slide5.xml" Id="R5e5aeba3e4804fd7" /><Relationship Type="http://schemas.openxmlformats.org/officeDocument/2006/relationships/slide" Target="/ppt/slides/slide6.xml" Id="Ra327bddbb31d4586" /><Relationship Type="http://schemas.openxmlformats.org/officeDocument/2006/relationships/slide" Target="/ppt/slides/slide7.xml" Id="Rb5bdbe4166df47dc" /><Relationship Type="http://schemas.openxmlformats.org/officeDocument/2006/relationships/slide" Target="/ppt/slides/slide8.xml" Id="Rebe8a62907694aa0" /><Relationship Type="http://schemas.openxmlformats.org/officeDocument/2006/relationships/slide" Target="/ppt/slides/slide9.xml" Id="R823693fbfdc24753" /><Relationship Type="http://schemas.openxmlformats.org/officeDocument/2006/relationships/slide" Target="/ppt/slides/slide10.xml" Id="Rddea5795a20845c6" /><Relationship Type="http://schemas.openxmlformats.org/officeDocument/2006/relationships/slide" Target="/ppt/slides/slide11.xml" Id="R69cb8b14f3f84d3c" /><Relationship Type="http://schemas.openxmlformats.org/officeDocument/2006/relationships/slide" Target="/ppt/slides/slide12.xml" Id="R3d34ff997da143d7" /><Relationship Type="http://schemas.openxmlformats.org/officeDocument/2006/relationships/slide" Target="/ppt/slides/slide13.xml" Id="Ra86d2fb480c84711" /><Relationship Type="http://schemas.openxmlformats.org/officeDocument/2006/relationships/slide" Target="/ppt/slides/slide14.xml" Id="Refa55bd417934da5" /><Relationship Type="http://schemas.openxmlformats.org/officeDocument/2006/relationships/slide" Target="/ppt/slides/slide15.xml" Id="R7b73ea843e144a0c" /><Relationship Type="http://schemas.openxmlformats.org/officeDocument/2006/relationships/slide" Target="/ppt/slides/slide16.xml" Id="R4a95ebde671340e2" /><Relationship Type="http://schemas.openxmlformats.org/officeDocument/2006/relationships/slide" Target="/ppt/slides/slide17.xml" Id="Rae3e4465bf38469b" /><Relationship Type="http://schemas.openxmlformats.org/officeDocument/2006/relationships/slide" Target="/ppt/slides/slide18.xml" Id="Reeb8c999d18340d5" /><Relationship Type="http://schemas.openxmlformats.org/officeDocument/2006/relationships/slide" Target="/ppt/slides/slide19.xml" Id="R3a03fbc1b5744f4e" /><Relationship Type="http://schemas.openxmlformats.org/officeDocument/2006/relationships/slide" Target="/ppt/slides/slide20.xml" Id="Redf89fa363d147ba" /><Relationship Type="http://schemas.openxmlformats.org/officeDocument/2006/relationships/slide" Target="/ppt/slides/slide21.xml" Id="R010c9b97d834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bf3492a5e946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4363f470d405a" /><Relationship Type="http://schemas.openxmlformats.org/officeDocument/2006/relationships/notesMaster" Target="/ppt/notesMasters/notesMaster1.xml" Id="Ra651c66dd136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6308465abc4b4a" /><Relationship Type="http://schemas.openxmlformats.org/officeDocument/2006/relationships/notesMaster" Target="/ppt/notesMasters/notesMaster1.xml" Id="R39c0ea6f9ce34d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ee56418d65458c" /><Relationship Type="http://schemas.openxmlformats.org/officeDocument/2006/relationships/notesMaster" Target="/ppt/notesMasters/notesMaster1.xml" Id="Re2270912401449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66c7278ea4720" /><Relationship Type="http://schemas.openxmlformats.org/officeDocument/2006/relationships/notesMaster" Target="/ppt/notesMasters/notesMaster1.xml" Id="Rea8f19d8530140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60838bef3a42b1" /><Relationship Type="http://schemas.openxmlformats.org/officeDocument/2006/relationships/notesMaster" Target="/ppt/notesMasters/notesMaster1.xml" Id="R67d0957962de4c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413d2366d64465" /><Relationship Type="http://schemas.openxmlformats.org/officeDocument/2006/relationships/notesMaster" Target="/ppt/notesMasters/notesMaster1.xml" Id="R6f04df66aba044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c2f53e96ef448d" /><Relationship Type="http://schemas.openxmlformats.org/officeDocument/2006/relationships/notesMaster" Target="/ppt/notesMasters/notesMaster1.xml" Id="R3eae2aa7063a44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bc8744c0004f0a" /><Relationship Type="http://schemas.openxmlformats.org/officeDocument/2006/relationships/notesMaster" Target="/ppt/notesMasters/notesMaster1.xml" Id="R4b0558f286d74e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418478bc05459e" /><Relationship Type="http://schemas.openxmlformats.org/officeDocument/2006/relationships/notesMaster" Target="/ppt/notesMasters/notesMaster1.xml" Id="Rc3884f1324244c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26247ca0024f0c" /><Relationship Type="http://schemas.openxmlformats.org/officeDocument/2006/relationships/notesMaster" Target="/ppt/notesMasters/notesMaster1.xml" Id="Rf9dac13204ce45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2b2742b40e4563" /><Relationship Type="http://schemas.openxmlformats.org/officeDocument/2006/relationships/notesMaster" Target="/ppt/notesMasters/notesMaster1.xml" Id="R94247a045d8749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11148411184c7c" /><Relationship Type="http://schemas.openxmlformats.org/officeDocument/2006/relationships/notesMaster" Target="/ppt/notesMasters/notesMaster1.xml" Id="R4f66e821418240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3c9de062074144" /><Relationship Type="http://schemas.openxmlformats.org/officeDocument/2006/relationships/notesMaster" Target="/ppt/notesMasters/notesMaster1.xml" Id="R5e32c01e035948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5b79898d0e4c02" /><Relationship Type="http://schemas.openxmlformats.org/officeDocument/2006/relationships/notesMaster" Target="/ppt/notesMasters/notesMaster1.xml" Id="R298986818b0e4c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107ed5353741b3" /><Relationship Type="http://schemas.openxmlformats.org/officeDocument/2006/relationships/notesMaster" Target="/ppt/notesMasters/notesMaster1.xml" Id="Rd7b47c20d9cb46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187858851746e9" /><Relationship Type="http://schemas.openxmlformats.org/officeDocument/2006/relationships/notesMaster" Target="/ppt/notesMasters/notesMaster1.xml" Id="R033fba71607040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013fb957994175" /><Relationship Type="http://schemas.openxmlformats.org/officeDocument/2006/relationships/notesMaster" Target="/ppt/notesMasters/notesMaster1.xml" Id="R501a7637dcbe4d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002cdc115942d1" /><Relationship Type="http://schemas.openxmlformats.org/officeDocument/2006/relationships/notesMaster" Target="/ppt/notesMasters/notesMaster1.xml" Id="Rbcce4e4b60de4a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f009a9627d4368" /><Relationship Type="http://schemas.openxmlformats.org/officeDocument/2006/relationships/notesMaster" Target="/ppt/notesMasters/notesMaster1.xml" Id="R0ca04c6f2a754c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7983d6e5a04236" /><Relationship Type="http://schemas.openxmlformats.org/officeDocument/2006/relationships/notesMaster" Target="/ppt/notesMasters/notesMaster1.xml" Id="Rfdd2da4329fa46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01146bc457440b" /><Relationship Type="http://schemas.openxmlformats.org/officeDocument/2006/relationships/notesMaster" Target="/ppt/notesMasters/notesMaster1.xml" Id="R8498c39fd8aa4f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的主题是如何组织AI工作的依赖关系。听众应能画出自己的工作流，区分可并行任务和必须等待的步骤，并为汇总结果定义验收条件。约25分钟分享，可在第6页切到配套HTML演示延迟，在第11页演示静默失败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将loop扩展为graph of loops。单次调用、串行链和循环都可以包含在执行图里。这里按工程复杂度解释，不是彼此取代的时代划分。图不一定是DAG，如果有反馈边就有环。用于耗时估计和调度时可以将局部循环限定次数或封装为有界节点。本文的Graph Engineering是工作流设计方法，并不要求图数据库。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节点描述为一个任务，将边描述为上游输出进入下游输入。工程补充：节点也可以是确定性代码、工具调用或人工检查，并非每个节点都需要模型。此处是执行依赖图；知识图谱的节点通常是实体、边是事实关系。两者可以结合，但解决的问题不同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节点必须有受约束的任务、明确输入和固定输出形状。以下是工程教学示例。输入以不可变commit固定代码版本。输出将finding与执行status分开，无发现不等于没运行。生产中还需校验字段、枚举、来源存在性，失败时有限重试。schema正确只是结构正确，不保证结论真实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：后一个任务是否真正需要前一个任务的结果？例子是分别审查文件A和B。这里的关键补充是共用文件、API配额、硬件等资源也会形成约束。没有数据依赖只说明有并行的可能，还不能直接证明运行时无冲突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推导，不是性能实测。假设先做准备5秒，再执行三个互相独立的任务，耗时分别为20、30、40秒，最后汇总10秒。资源足够且无额外调度开销时，串行105秒，并行55秒，约1.91倍。若并行新增协调开销15秒，则70秒，约1.50倍。一般DAG的无资源争用下界是关键路径长度，有限并发还受总工作量/并发数约束。循环需先设定展开范围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的核心模式是fan out、reduce、synthesize，并在汇总前加入验证。拆分任务后，不同worker处理互补角度。普通代码完成去重和结构化整理。独立验证者核查证据。最后汇总通过检查的结果，但报告仍须披露失败任务和未验证结论。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普通代码reduce，并在大规模输出时分层fan-in。补充：按来源去重会误删同一来源的不同结论，应采用任务ID、文件位置、规则等适当的业务键。分批摘要也可能丢掉少数异常，因此保留证据引用和原始产物。简单本地代码不消耗模型推理token，但系统存储和后续读取仍有成本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验证者使用独立上下文，避免继承生产者的自我解释。独立不等于没有必要材料：验证者仍需任务要求、待审结论、代码版本、源文件和验收标准。给出正确性、时效性、来源真实性三个视角。工程补充：多数票不能代替测试，多个模型可能有相关性偏差。结论失败后可拒收或有限返工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三类问题：输出集中导致上下文溢出、共享资源导致伪独立、worker失败而最终报告看似完整。此表将对策转为工程动作。分层摘要仍需要追溯原始证据。独立worktree防止覆盖，但不保证合并没有语义冲突。完整性检查不能只数返回条数，还应验证job_id集合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补充。每个job用固定ID，完成指进入success、failed、cancelled等终态，不代表全部成功。明确区分成功且无发现、超时、schema失败、验证不通过。重复回包不能弥补缺失ID。尝试次数、截止时间、预算都要有上限。被判定为代码缺陷是发现，不应自动触发worker重试。使用配套HTML切换失败演示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拓扑结构不自动带来真实可靠的结论。节点互相看同一套报告，可能只是自洽。工程中的锚点可以是实际运行的测试、原始日志和固定验收规则。以下嵌入式例子是假设场景，不是项目实际记录。测试通过也只证明被测条件下的结果，需要考虑覆盖范围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适合有宽度的工作，小任务、真正串行的任务以及仍在探索的任务可能更适合单Agent或简单循环。图本身可以包含串行结构，所以这里讨论是否值得增加并行编排。补充：流程中设置少量必要人工关卡是合理的，不等于必须每一步审批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未运行用户工程。目标是对同一提交的驱动文件做只读错误处理审查。可以对UART、SPI、I2C文件分别分发任务，输出统一finding契约。为了避免跨文件知识缺失，各worker应获得相关头文件和接口定义。归并处理重复问题，独立验证检查完整调用链或最小复现。最后输出带覆盖率的清单，需改代码时再进入修复、构建和测试阶段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不描述任何实际板卡故障。对固定快照进行不同主题的只读检查通常可以并行，但跨模块约束必须进入上下文。并发烧录同一板卡、写同一构建目录会冲突。测试日志若来自旧固件，也不是当前补丁的证据。图只安排工作，无法消除物理资源排他性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框架无关的自然语言任务规格，不是可直接执行的SDK代码。限制参数是教学起点，不是通用最佳值。范围、并发、超时、失败策略、验收标准、输出目录都应具体。试点先只读，避免将发现问题和自动修复混在一次尚未验证的流程里。HTML中提供可复制的完整版本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伪代码，仅描述顺序。parallelBounded需要实际实现并发上限、超时及取消，runChecked需要执行schema校验与有限重试，auditCoverage核验ID集合，verifyFresh需要独立上下文和证据访问。不要把函数名误读成某个框架的真实API。对有副作用的节点，重试前必须设计幂等键或状态检测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提出workflow用法。Dynamic workflows：Claude编写JavaScript编排脚本，runtime执行subagents，任务中间结果可保存在脚本变量中。当前支持明确请求创建workflow，也说明ultracode入口。功能可用性受套餐、配置和管理员设置影响。这里不实际启动workflow或改变配置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出多Agent的总token花费会变大，调度方便并不意味着工作免费。工程补充建议按有效结果衡量收益：成功完成相同验收目标所用时间、总token、工具调用和人工复核投入。要同时控制并发峰值与总工作量。重试可能有新模型输入费用，重复派发不一定改善独立证据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落地建议。选择已知代码版本和固定问题集，先获得单Agent基线，再只增加一个并行维度，避免模型、范围、提示词同时变化导致无法归因。预先定义成功标准，不在结果不好时放宽规则。报告须包含未覆盖任务和成本。只有质量不下降且节省的等待值得新增成本，才扩大范围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动题，教学答案在讲者备注中。A和B同读固定代码快照，在资源允许下可并行；C必须读取A和B的发现；D必须等待补丁；E读取D的固件产物并占用独立板卡。不要删掉C到D或D到E的真依赖。讨论额外问题：B超时是否输出部分报告，是否需要人工继续确认？由Graph Spec的失败政策决定。</a:t>
            </a:r>
          </a:p>
          <a:p xmlns:a="http://schemas.openxmlformats.org/drawingml/2006/main">
            <a:r>
              <a:t>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5494a6e5746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b6937c01d6441c" /><Relationship Type="http://schemas.openxmlformats.org/officeDocument/2006/relationships/slideLayout" Target="/ppt/slideLayouts/slideLayout1.xml" Id="Rd3ead01604cb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ead01604cb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b81116bf5438c" /><Relationship Type="http://schemas.openxmlformats.org/officeDocument/2006/relationships/notesSlide" Target="/ppt/notesSlides/notesSlide1.xml" Id="Re323f899676c49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d9b87969d4c73" /><Relationship Type="http://schemas.openxmlformats.org/officeDocument/2006/relationships/notesSlide" Target="/ppt/notesSlides/notesSlide2.xml" Id="R630ef0a3d1ad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84630af284312" /><Relationship Type="http://schemas.openxmlformats.org/officeDocument/2006/relationships/image" Target="/ppt/media/image.jpeg" Id="Rb81f9d3991794e72" /><Relationship Type="http://schemas.openxmlformats.org/officeDocument/2006/relationships/notesSlide" Target="/ppt/notesSlides/notesSlide3.xml" Id="R6b5586a2ce06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b7f4f24b845fd" /><Relationship Type="http://schemas.openxmlformats.org/officeDocument/2006/relationships/notesSlide" Target="/ppt/notesSlides/notesSlide4.xml" Id="Re2ce15c09af848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7809645d14825" /><Relationship Type="http://schemas.openxmlformats.org/officeDocument/2006/relationships/image" Target="/ppt/media/image2.jpeg" Id="R8eaf5497d16d4458" /><Relationship Type="http://schemas.openxmlformats.org/officeDocument/2006/relationships/notesSlide" Target="/ppt/notesSlides/notesSlide5.xml" Id="R112b625257e844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3990565b34820" /><Relationship Type="http://schemas.openxmlformats.org/officeDocument/2006/relationships/notesSlide" Target="/ppt/notesSlides/notesSlide6.xml" Id="R315ec212cbd6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7ba84711748b5" /><Relationship Type="http://schemas.openxmlformats.org/officeDocument/2006/relationships/image" Target="/ppt/media/image3.jpeg" Id="Rb7bca79f0fdf4611" /><Relationship Type="http://schemas.openxmlformats.org/officeDocument/2006/relationships/notesSlide" Target="/ppt/notesSlides/notesSlide7.xml" Id="R3ee53d5613424b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e2f0c387c448e" /><Relationship Type="http://schemas.openxmlformats.org/officeDocument/2006/relationships/notesSlide" Target="/ppt/notesSlides/notesSlide8.xml" Id="Re4de5140ad3142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0ef4cd13f43fe" /><Relationship Type="http://schemas.openxmlformats.org/officeDocument/2006/relationships/notesSlide" Target="/ppt/notesSlides/notesSlide9.xml" Id="R983fff782b0049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4dae87eee4416" /><Relationship Type="http://schemas.openxmlformats.org/officeDocument/2006/relationships/notesSlide" Target="/ppt/notesSlides/notesSlide10.xml" Id="R203d240290ff46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f39f020774d5f" /><Relationship Type="http://schemas.openxmlformats.org/officeDocument/2006/relationships/notesSlide" Target="/ppt/notesSlides/notesSlide11.xml" Id="Re087565e5e7148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d8c1aec6b4033" /><Relationship Type="http://schemas.openxmlformats.org/officeDocument/2006/relationships/image" Target="/ppt/media/image4.jpeg" Id="Rac3b8511b0ce4fdc" /><Relationship Type="http://schemas.openxmlformats.org/officeDocument/2006/relationships/notesSlide" Target="/ppt/notesSlides/notesSlide12.xml" Id="Rdc645bf9821243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c2d2ef3dc4e8d" /><Relationship Type="http://schemas.openxmlformats.org/officeDocument/2006/relationships/notesSlide" Target="/ppt/notesSlides/notesSlide13.xml" Id="R396c8478247042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ea6ad2e344a76" /><Relationship Type="http://schemas.openxmlformats.org/officeDocument/2006/relationships/notesSlide" Target="/ppt/notesSlides/notesSlide14.xml" Id="R8a79cdb33fe542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75499435b4c23" /><Relationship Type="http://schemas.openxmlformats.org/officeDocument/2006/relationships/notesSlide" Target="/ppt/notesSlides/notesSlide15.xml" Id="Rbe71239dd3224a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43af2bdd14652" /><Relationship Type="http://schemas.openxmlformats.org/officeDocument/2006/relationships/notesSlide" Target="/ppt/notesSlides/notesSlide16.xml" Id="Raf0593b070d248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8e1bf55ba4538" /><Relationship Type="http://schemas.openxmlformats.org/officeDocument/2006/relationships/notesSlide" Target="/ppt/notesSlides/notesSlide17.xml" Id="R2dc82cb1dd2c45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6a5aa9f004e60" /><Relationship Type="http://schemas.openxmlformats.org/officeDocument/2006/relationships/notesSlide" Target="/ppt/notesSlides/notesSlide18.xml" Id="Raab6bf4dff6444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462d66681472b" /><Relationship Type="http://schemas.openxmlformats.org/officeDocument/2006/relationships/notesSlide" Target="/ppt/notesSlides/notesSlide19.xml" Id="R4b0e272a2d9842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ee8e5ae34fc8" /><Relationship Type="http://schemas.openxmlformats.org/officeDocument/2006/relationships/notesSlide" Target="/ppt/notesSlides/notesSlide20.xml" Id="R898ec3b306f345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f387da6245e1" /><Relationship Type="http://schemas.openxmlformats.org/officeDocument/2006/relationships/notesSlide" Target="/ppt/notesSlides/notesSlide21.xml" Id="R3887e4411f9041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F288B-D1D0-441E-B1EF-63E63F2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Graph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DA4BB-AA3A-416F-AB57-378E7AE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中文技术分享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A7C20-5263-400D-B52D-9DB9BBA2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6F537-BDD8-4287-9529-88F24E78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AI Agent 工作流的依赖、并行与验证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DAD7F-4752-4C13-A202-360EAAD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让任务按真实依赖执行，让结论经得起外部检验。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0CF12-7D09-491D-926B-9857D15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以代码审查和嵌入式开发为例</a:t>
            </a:r>
          </a:p>
        </p:txBody>
      </p:sp>
    </p:spTree>
    <p:extLst>
      <p:ext uri="{BB962C8B-B14F-4D97-AF65-F5344CB8AC3E}">
        <p14:creationId xmlns:p14="http://schemas.microsoft.com/office/powerpoint/2010/main" val="1583609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8696F-0774-422B-A320-C328D03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单次调用、循环与图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C9BFB-1750-4212-9106-F29652F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 + 概念补充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95AFE-DB7B-4EF6-AF72-B15783C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3D8-F8FA-4358-830A-1384005C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单次调用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2BAC4-4AF9-417F-B870-68E49D4E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一个请求得到一个结果，适合边界清楚的小任务。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7F7A9-F3F3-4EFD-AD7E-75F168DF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循环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FF93C-1231-4974-B018-4E2E714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产出、检查、修正，直到满足标准或触及上限。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B57BD-7ED2-4498-A8C6-3D3FBDBB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依赖图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F2325-CC4D-4789-A766-CC1BB1D8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明确多个任务的依赖，安排分支、汇合和反馈。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BDC3B-F1CD-4782-A52F-6CF49BF9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图中的循环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6DE97-7D13-4610-BD1B-A0376D9B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各分支可以独立迭代，汇合后仍需检查全局一致性。</a:t>
            </a:r>
          </a:p>
        </p:txBody>
      </p:sp>
    </p:spTree>
    <p:extLst>
      <p:ext uri="{BB962C8B-B14F-4D97-AF65-F5344CB8AC3E}">
        <p14:creationId xmlns:p14="http://schemas.microsoft.com/office/powerpoint/2010/main" val="942778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FFA32-AE82-4953-8801-3F619519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节点与边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63C8-2F24-4583-89BE-FFC9A659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B2BC1-13F5-4184-AADC-7851E93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f9d3991794e72"/>
          <a:stretch xmlns:a="http://schemas.openxmlformats.org/drawingml/2006/main"/>
        </p:blipFill>
        <p:spPr>
          <a:xfrm xmlns:a="http://schemas.openxmlformats.org/drawingml/2006/main">
            <a:off x="4286250" y="1602581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ACFF8-4620-470B-896E-63A78BB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节点 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79F79-6D5F-4484-9F8A-13CD8107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一个职责明确的任务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可以由模型或代码执行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CD713-162E-419A-9B44-E811123F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边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04FCF-89AE-4F8F-808E-EFCD3F8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传递结果或约束顺序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下游满足条件后启动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E2C5F-A04D-482E-BBBA-2AF221DE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本次讨论执行依赖图。知识图谱描述实体与事实关系。</a:t>
            </a:r>
          </a:p>
        </p:txBody>
      </p:sp>
    </p:spTree>
    <p:extLst>
      <p:ext uri="{BB962C8B-B14F-4D97-AF65-F5344CB8AC3E}">
        <p14:creationId xmlns:p14="http://schemas.microsoft.com/office/powerpoint/2010/main" val="677246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06A6C-AC10-4042-B83E-CAAC79C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B8B84-CCAF-4F82-AF78-E409547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方法说明 + 教学示例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AD89E-F839-4247-BA97-2F724B8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AA90E-3243-4AED-8160-4C0391D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FA7C8-7DAE-4528-A3C3-07335FE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审查一个源文件的错误处理，只提交发现与证据。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ED9B2-8E8A-4795-A0B8-BEE2F36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1809F-EB2B-4EA9-A9EA-8059816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job_id、commit、file、审查规则和只读权限。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9DFB7-E05C-450A-A6E5-CCC4013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10020-09ED-4A9C-82DA-7A1C4887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status、findings[]、evidence、error、attempt。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6C0CA-858B-4B78-9A00-261C9CE2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{ job_id: "J07", status: "ok", findings: []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09AFF-10C7-4AB2-BEFE-E7C2EFA9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空 findings 表示检查后无发现。没有返回结果需要单独报错。</a:t>
            </a:r>
          </a:p>
        </p:txBody>
      </p:sp>
    </p:spTree>
    <p:extLst>
      <p:ext uri="{BB962C8B-B14F-4D97-AF65-F5344CB8AC3E}">
        <p14:creationId xmlns:p14="http://schemas.microsoft.com/office/powerpoint/2010/main" val="2036066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29008-F27F-47A9-8FCD-4FD2EA5E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虚假依赖测试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89A82-86AC-400B-8819-E45028A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162A6-32EF-4CAF-811D-938D3B9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f5497d16d4458"/>
          <a:stretch xmlns:a="http://schemas.openxmlformats.org/drawingml/2006/main"/>
        </p:blipFill>
        <p:spPr>
          <a:xfrm xmlns:a="http://schemas.openxmlformats.org/drawingml/2006/main">
            <a:off x="4192058" y="1466850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20B6E-1AC8-4569-BA59-EA79D063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B 要消费</a:t>
            </a:r>
          </a:p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A 的结果吗？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86B2D-F98B-4289-9340-7B1624F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3314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需要：保留先后顺序。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不需要：再检查共享资源，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确认后才并行。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BA365-9F19-4AA2-88DA-9E8BF316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边的存在应当有理由：数据、控制条件或资源约束。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1431091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93F51-78A1-49D4-98CE-C14383F4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并行收益取决于关键路径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FB6B5-8E27-47EF-A5C1-4D4F4391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工程推导 · 理想化教学数值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B2E10-1E6A-42D9-BBE1-66BF995C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E2DF0-7C75-41F4-B4F3-69F34E09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准备 5s    独立任务 20s / 30s / 40s    汇总 10s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46EFD-DFED-4CFD-B5CC-2D0319D2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105s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400A8-9539-4A13-8FB0-103E01E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串行：5 + 20 + 30 + 40 + 10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73569-C0C6-470A-8D5B-F6CF3932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38425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55s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35955-176A-4E95-BDFD-568A247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理想并行：5 + max(20, 30, 40) + 10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D4054-A995-4B0E-AA80-F6D9EDD2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加入 15s 额外协调开销后为 70s。并发上限和资源争用还会增加耗时。</a:t>
            </a:r>
          </a:p>
        </p:txBody>
      </p:sp>
    </p:spTree>
    <p:extLst>
      <p:ext uri="{BB962C8B-B14F-4D97-AF65-F5344CB8AC3E}">
        <p14:creationId xmlns:p14="http://schemas.microsoft.com/office/powerpoint/2010/main" val="1274011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6DF94-F512-45C1-B0A1-E550F4B1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菱形工作流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E030F-D27B-459B-925F-F8A345C1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9FCD0-C9EA-4926-8FF2-8D8F510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ca79f0fdf4611"/>
          <a:stretch xmlns:a="http://schemas.openxmlformats.org/drawingml/2006/main"/>
        </p:blipFill>
        <p:spPr>
          <a:xfrm xmlns:a="http://schemas.openxmlformats.org/drawingml/2006/main">
            <a:off x="3762375" y="1502866"/>
            <a:ext cx="7762875" cy="43666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B81E-AF2B-4DD1-8241-62992CCA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分发 Fan-out</a:t>
            </a:r>
          </a:p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让独立任务同时进行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C66C3-C4E0-43C0-8715-ECBB71A2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归并 Reduce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用代码整理和去重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B94E-6BE6-4FCE-873A-C9715E0F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85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综合 Synthesize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基于证据形成报告</a:t>
            </a:r>
          </a:p>
        </p:txBody>
      </p:sp>
    </p:spTree>
    <p:extLst>
      <p:ext uri="{BB962C8B-B14F-4D97-AF65-F5344CB8AC3E}">
        <p14:creationId xmlns:p14="http://schemas.microsoft.com/office/powerpoint/2010/main" val="1294140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6101D-3DCA-41FC-BBB5-79AB95C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汇总前的数据整理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D89D6-3AEF-4F60-88CE-D22B2E8C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方法说明 + 工程补充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308C9-B914-4A04-B259-E785F5E3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EEC43-03F9-478A-8259-DDF8CE2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先校验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FCA0A-390F-4298-B645-A08FFFF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478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 是否匹配？格式和状态是否合法？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C7F98-DCBD-4DB8-BB01-D155D62E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0CD46-A038-4238-BCF8-882F9963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955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按文件位置与问题规则等业务键合并重复发现。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E445D-8DF5-4909-91A5-A6066CF3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再压缩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1AE92-2B28-413A-A0FB-CD404984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433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结果过多时分组摘要，保留证据 ID 和异常项。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F916A-07E9-4DD4-AF43-3933100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最后综合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1E305-FCBB-41F7-9924-27C225CF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910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只把必要证据交给汇总节点，注明覆盖范围。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822083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F9045-0BBB-4EAA-B208-36C8E7B5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独立验证节点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5518-397A-462D-A186-62676AA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F5C36-8A96-4D28-AA1B-167C83FD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79A43-F02B-4983-962F-A26E59A3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给它什么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2D4AE-A7DA-423A-8126-8A0BB1B6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待验证结论、原始证据、验收标准。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4A938-D743-47B2-8E2D-73E34367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避免什么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822DB-7097-484B-B39B-5B700E45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把生产者整段对话当成既定事实传下去。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BF0E1-00A1-472C-BF01-3D0EB347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ED51A-21A3-43DB-9CAD-D630A7E9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尝试反驳结论，检查来源，执行可复现验证。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7D120-96CE-4592-8A80-DEB9626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怎样裁决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2F827-56CB-4B20-AA0D-D98DF10F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006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通过、拒绝或证据不足，并记录理由。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793384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A483F-E562-4DE6-8A8D-6587796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三类容易被掩盖的故障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31E10-73C1-434E-9C1E-5C444AC2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AAEE3-6D3A-4923-BECB-DA36241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619500"/>
                <a:gridCol w="4810125"/>
              </a:tblGrid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工程处理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上下文过载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最终节点接不住所有输出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分层汇总，保留来源索引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隐藏资源依赖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并行任务覆盖文件或抢设备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隔离工作区，限定资源并发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静默节点失败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少了输入却生成完整报告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核对任务 ID，明确失败和缺项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688A9-E201-4B55-B0DF-99A5B87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并行扩大了吞吐量，也扩大了对完整性和可观测性的要求。</a:t>
            </a:r>
          </a:p>
        </p:txBody>
      </p:sp>
    </p:spTree>
    <p:extLst>
      <p:ext uri="{BB962C8B-B14F-4D97-AF65-F5344CB8AC3E}">
        <p14:creationId xmlns:p14="http://schemas.microsoft.com/office/powerpoint/2010/main" val="1273237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CDBD8-1A90-4025-B75B-2943C80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任务完成与结果完整性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34291-4820-4938-B92A-F3796B33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运行状态与 fan-in 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E8F1D-026F-4882-99DF-8959068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37B1-F8D7-48B9-8291-A784C8B4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任务集：A、B、C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A75D8-D19E-4068-83E7-EFEFDE9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收到：A 成功、B 无发现、C 超时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EBB44-A7BA-4903-BF98-0225EEE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结论：2 / 3 完成有效检查，C 待补查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98ADD-2372-448E-B0FF-46D082E8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先核对 ID 集合和状态，再决定重试、输出部分报告或停止。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有限重试只针对可恢复错误。所有报告都应披露未覆盖范围。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951785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D0463-DAFB-4E88-BCA9-770E60B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Anchors：连接外部证据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94B25-68DD-46A2-B7E3-64283A89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概念讲解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F529A-8C79-4584-85F7-76C332E0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b8511b0ce4fdc"/>
          <a:stretch xmlns:a="http://schemas.openxmlformats.org/drawingml/2006/main"/>
        </p:blipFill>
        <p:spPr>
          <a:xfrm xmlns:a="http://schemas.openxmlformats.org/drawingml/2006/main">
            <a:off x="4276725" y="1654076"/>
            <a:ext cx="7191375" cy="40451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9E243-9096-4047-900A-9D3EF7E9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真实运行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D7485-305A-4AAF-9D02-AAFB0511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构建退出码、测试产物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原始日志、板上测量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3ACDB-CD87-4EE5-8C18-7315A96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固定标准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72BBD-D3AC-4EE0-B4F0-086BB74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固件版本、测试条件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不可由优化器自行放宽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18437-499D-463A-82A5-52F2371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验证的是外部事实，而非多个节点对同一份报告的赞同。</a:t>
            </a:r>
          </a:p>
        </p:txBody>
      </p:sp>
    </p:spTree>
    <p:extLst>
      <p:ext uri="{BB962C8B-B14F-4D97-AF65-F5344CB8AC3E}">
        <p14:creationId xmlns:p14="http://schemas.microsoft.com/office/powerpoint/2010/main" val="1346676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EEB41-D265-4593-8FE9-D9C5659E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DB83E-4C4F-4DD7-A1EB-235BD79E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适用性判断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C8E80-4F76-4830-A4CA-8B0533E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049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4953000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任务特征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更合适的起点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多个独立模块，验收规则相同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有限并行的审查工作流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一个缺陷，尚未明确复现条件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Agent 对话式排查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编译后才能烧录，烧录后才能测量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保留真实顺序的流程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多个方案，可在固定标准下比较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并行探索，再独立评估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F78F8-7E3D-4124-81A2-B159EC9A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判断依据是依赖关系和收益，不是 Agent 数量。</a:t>
            </a:r>
          </a:p>
        </p:txBody>
      </p:sp>
    </p:spTree>
    <p:extLst>
      <p:ext uri="{BB962C8B-B14F-4D97-AF65-F5344CB8AC3E}">
        <p14:creationId xmlns:p14="http://schemas.microsoft.com/office/powerpoint/2010/main" val="7658962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C705A7-91BB-4E4A-9165-E2F64C2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嵌入式案例：驱动审查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C99A1-3706-49DC-B792-041DC24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无实际项目测试结果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FAE66-DA5A-41CF-BB45-F90E795B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7F12F-5186-408B-ABD7-7CF85550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F73DD-7AE1-461B-BF35-2B54924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 commit，选定 UART / SPI / I2C 驱动文件。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9EFDE-3390-4A02-BFA5-6321DAB9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64E08-216C-41FE-A883-8AFF680F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各自审查返回值、超时路径和资源释放，记录证据。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A119D-6D82-42E8-AA93-5DAED92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归并与验证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2E28E-6F73-47E3-AF3F-16BAE1D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去重后检查调用链，复核问题是否可触发。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77AA3-00FE-4A71-8C5F-7AD4E7D2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AB277-E67C-43AC-8ECF-C838E831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问题、证据、影响范围、未检查文件和下一步验证。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8741472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6F55-028B-45A3-8693-1B82715C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FreeRTOS 场景里的真实依赖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85DD7-F6CC-47A7-A09F-D44A7902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资源和版本约束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7EF84-2C41-41FA-A598-16741FAC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24025"/>
          <a:ext xmlns:a="http://schemas.openxmlformats.org/drawingml/2006/main" cx="108585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候选任务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并行条件或必须等待的原因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查队列调用与查超时处理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只读同一快照，提供相关接口上下文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两个模块同时生成补丁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独立工作区，合并后统一回归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两项测试使用同一块板卡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独占租约或排队，避免互相改状态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补丁、编译、烧录、板上测试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后一步依赖前一步产物，保留顺序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44CE7-1A30-4D8E-A04F-DD9C2B54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代码版本、固件哈希和日志来源必须匹配。</a:t>
            </a:r>
          </a:p>
        </p:txBody>
      </p:sp>
    </p:spTree>
    <p:extLst>
      <p:ext uri="{BB962C8B-B14F-4D97-AF65-F5344CB8AC3E}">
        <p14:creationId xmlns:p14="http://schemas.microsoft.com/office/powerpoint/2010/main" val="10122435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1346D-D4F1-4AF3-B7A2-693D91E2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一份最小 Graph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97D36-B680-4DA0-A9BD-C1B5612E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可迁移的任务规格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C73D0-DDC7-40E4-AC01-17DC7A8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76CF9-47BF-469F-B21A-D026A00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目标与范围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3993C-E3E3-4C8C-9CBD-7791C348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审查指定 commit 下最多 12 个驱动文件，只读。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66A90-A81D-4A42-AF2F-025B48FC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任务与预算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5851B-1155-4BA6-81EC-E545ED2C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每文件一个任务，并发不超过 3，每任务最多 2 次尝试。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294AB-E674-4304-919D-A5084422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验证与失败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C2912-B90D-4D1A-8BC1-CC283A83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每个发现独立复核。超时和漏项必须出现在报告中。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7D1D4-5A9B-4699-9C80-A04AB90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验收与交付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D5D8D-CCAE-4C47-8C11-72D9B9C7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逐项标注证据与覆盖状态，输出报告后结束。</a:t>
            </a:r>
          </a:p>
        </p:txBody>
      </p:sp>
    </p:spTree>
    <p:extLst>
      <p:ext uri="{BB962C8B-B14F-4D97-AF65-F5344CB8AC3E}">
        <p14:creationId xmlns:p14="http://schemas.microsoft.com/office/powerpoint/2010/main" val="9952277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400CD-BC8C-4893-A8AA-7F4987CB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编排层的职责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FCA17-0BE4-4BFD-B6F4-5B17541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伪代码，非特定 SDK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252F5-4F93-4698-81D4-CC44B05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01F40-E055-4D61-BE90-76DA122D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1066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jobs = plan(scope, fixed_commit)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results = parallelBounded(jobs, limit=3, runChecked)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coverage = auditCoverage(jobs, results)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findings = dedupe(validResults(results))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verified = verifyFresh(findings, acceptance_rules)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report(verified, coverage, failed_jobs)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AEC9C-FA2E-4A96-90BB-FF13F145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普通代码负责状态、格式与完整性。模型负责需要判断的任务。</a:t>
            </a:r>
          </a:p>
        </p:txBody>
      </p:sp>
    </p:spTree>
    <p:extLst>
      <p:ext uri="{BB962C8B-B14F-4D97-AF65-F5344CB8AC3E}">
        <p14:creationId xmlns:p14="http://schemas.microsoft.com/office/powerpoint/2010/main" val="9986966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C74FA-FA77-4CCC-BE14-E4FBD548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的产品入口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96003-DF9B-422D-AC9A-B35E8C59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产品说明 · 核实于 2026.09.07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BB41C-2C24-4597-8FFE-CD996580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ADC52-BFCB-40D3-A548-21111488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“请创建一个 workflow，按以下范围审查代码……”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E214C-1032-4679-A809-D2BDFCA9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D3EBA-5E9D-4B61-B400-EDAA8ECC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62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编写编排脚本，运行时调度多个 subagent。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06461-71D7-4FA9-B4E3-93CF63E6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需要确认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EEB31-E19A-4213-9A3D-D2F09F1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查看计划中的范围、预算、权限和失败策略。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EE9CE-1E01-4C1E-B94B-6F1FE3E7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复用方式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0412A-C422-42C3-BCDF-AD33501E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保存适用的工作流，后续通过参数调整范围。</a:t>
            </a:r>
          </a:p>
        </p:txBody>
      </p:sp>
    </p:spTree>
    <p:extLst>
      <p:ext uri="{BB962C8B-B14F-4D97-AF65-F5344CB8AC3E}">
        <p14:creationId xmlns:p14="http://schemas.microsoft.com/office/powerpoint/2010/main" val="18055152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17FD2-5B51-4116-9E00-BD94C0B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速度与成本是两笔账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08B18-D59D-4E4F-8D85-46BA890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成本提醒 + 试点评估建议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C0884-87E6-4AB8-AAC4-4E86046D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24375"/>
                <a:gridCol w="4143375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观察什么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墙钟时间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关键路径、排队与重试时间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删掉虚假依赖，限制资源冲突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总使用量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各节点输入输出与验证开销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限制任务数、迭代数和总预算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漏项、误报、证据可复现性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固定验收集，统计人工复核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运维负担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异常恢复与结果追踪成本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 job_id、版本和任务状态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69877-6970-4AC0-BC55-87962FBF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更多并行可以缩短等待，但不会自动减少总工作量。</a:t>
            </a:r>
          </a:p>
        </p:txBody>
      </p:sp>
    </p:spTree>
    <p:extLst>
      <p:ext uri="{BB962C8B-B14F-4D97-AF65-F5344CB8AC3E}">
        <p14:creationId xmlns:p14="http://schemas.microsoft.com/office/powerpoint/2010/main" val="20452716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F21D9-83ED-40B5-AD02-B6CA11B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试点与验收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9352F-B181-4F40-8648-E732887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5BA89-8345-4707-8045-9975F94B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A82D3-159C-4822-843E-223F58C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4B235-8B32-48A2-8380-9262BD5C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固定代码、规则和验收集，记录串行耗时与结果。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9633D-689F-41C2-AE5C-C4D4B49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只改一个维度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7E8D7-075B-4C66-ADA9-59D3094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先试 3 个并行任务，保留同一验证方式。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2798D-1E48-4124-987F-0F4EB15A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比较结果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2F5A2-5E98-4CB7-BB2F-F9A38357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完整性、误报、漏报、时间和成本一起看。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E0B44-0553-45CB-B372-6A62CB44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决定是否扩展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A6C1F-C6AE-42B7-B814-D985309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收益明确才加宽。失败先查契约、证据与资源冲突。</a:t>
            </a:r>
          </a:p>
        </p:txBody>
      </p:sp>
    </p:spTree>
    <p:extLst>
      <p:ext uri="{BB962C8B-B14F-4D97-AF65-F5344CB8AC3E}">
        <p14:creationId xmlns:p14="http://schemas.microsoft.com/office/powerpoint/2010/main" val="3289423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C99F9-8588-4733-929A-90B30BA1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讨论：你会删掉哪一条边？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614DA-92F0-4A30-BEF3-B1A67D4E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现场练习 · 建议 2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40B8A-B437-42FB-B450-376BA0A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1E502-C414-4C7D-8863-AE3FDB4D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 审查 UART 驱动       B 审查 SPI 驱动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C 综合发现并生成补丁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D 编译修复后的固件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E 烧录同一块板卡并做回归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4E52B-554C-4E7B-9272-E71FC86E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68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哪些任务可以并行？</a:t>
            </a:r>
          </a:p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如果 B 没有返回，最终报告应该怎样写？</a:t>
            </a:r>
          </a:p>
        </p:txBody>
      </p:sp>
    </p:spTree>
    <p:extLst>
      <p:ext uri="{BB962C8B-B14F-4D97-AF65-F5344CB8AC3E}">
        <p14:creationId xmlns:p14="http://schemas.microsoft.com/office/powerpoint/2010/main" val="876339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2026-09-07T10:16:37.2560000Z</dcterms:created>
  <dcterms:modified xsi:type="dcterms:W3CDTF">2026-09-07T10:16:37.2560000Z</dcterms:modified>
</coreProperties>
</file>