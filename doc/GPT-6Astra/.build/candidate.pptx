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bfe30295cb4c4c" /><Relationship Type="http://schemas.openxmlformats.org/officeDocument/2006/relationships/extended-properties" Target="/docProps/app.xml" Id="R0dc089549a384d68" /><Relationship Type="http://schemas.openxmlformats.org/officeDocument/2006/relationships/officeDocument" Target="/ppt/presentation.xml" Id="R1b60d44e009341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c7deca9dc54a02"/>
  </p:sldMasterIdLst>
  <p:notesMasterIdLst>
    <p:notesMasterId xmlns:r="http://schemas.openxmlformats.org/officeDocument/2006/relationships" r:id="R1dcabeea60b347c8"/>
  </p:notesMasterIdLst>
  <p:sldIdLst>
    <p:sldId xmlns:r="http://schemas.openxmlformats.org/officeDocument/2006/relationships" id="256" r:id="R8cc7b2839dfc4eed"/>
    <p:sldId xmlns:r="http://schemas.openxmlformats.org/officeDocument/2006/relationships" id="257" r:id="R4725cf1722204902"/>
    <p:sldId xmlns:r="http://schemas.openxmlformats.org/officeDocument/2006/relationships" id="258" r:id="Rda0fb9ee238b4663"/>
    <p:sldId xmlns:r="http://schemas.openxmlformats.org/officeDocument/2006/relationships" id="259" r:id="Rc0ae4331ff88451e"/>
    <p:sldId xmlns:r="http://schemas.openxmlformats.org/officeDocument/2006/relationships" id="260" r:id="Re38e4b37bf624740"/>
    <p:sldId xmlns:r="http://schemas.openxmlformats.org/officeDocument/2006/relationships" id="261" r:id="R24f8a67e3aab4c19"/>
    <p:sldId xmlns:r="http://schemas.openxmlformats.org/officeDocument/2006/relationships" id="262" r:id="Rcf96b00619cb4354"/>
    <p:sldId xmlns:r="http://schemas.openxmlformats.org/officeDocument/2006/relationships" id="263" r:id="R400b408d417a4750"/>
    <p:sldId xmlns:r="http://schemas.openxmlformats.org/officeDocument/2006/relationships" id="264" r:id="R3c355bdc60f347f3"/>
    <p:sldId xmlns:r="http://schemas.openxmlformats.org/officeDocument/2006/relationships" id="265" r:id="Rfe40ab064335497e"/>
    <p:sldId xmlns:r="http://schemas.openxmlformats.org/officeDocument/2006/relationships" id="266" r:id="R6f1686262c224dc5"/>
    <p:sldId xmlns:r="http://schemas.openxmlformats.org/officeDocument/2006/relationships" id="267" r:id="R9f7c59d7d7c94f46"/>
    <p:sldId xmlns:r="http://schemas.openxmlformats.org/officeDocument/2006/relationships" id="268" r:id="R6ba9a52511824774"/>
    <p:sldId xmlns:r="http://schemas.openxmlformats.org/officeDocument/2006/relationships" id="269" r:id="R035cbc6e532d4846"/>
    <p:sldId xmlns:r="http://schemas.openxmlformats.org/officeDocument/2006/relationships" id="270" r:id="R4f0e0b42146f42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d81812a3664384" /><Relationship Type="http://schemas.openxmlformats.org/officeDocument/2006/relationships/slideMaster" Target="/ppt/slideMasters/slideMaster1.xml" Id="R66c7deca9dc54a02" /><Relationship Type="http://schemas.openxmlformats.org/officeDocument/2006/relationships/notesMaster" Target="/ppt/notesMasters/notesMaster1.xml" Id="R1dcabeea60b347c8" /><Relationship Type="http://schemas.openxmlformats.org/officeDocument/2006/relationships/presProps" Target="/ppt/presProps.xml" Id="Rba0fc73d3b104984" /><Relationship Type="http://schemas.openxmlformats.org/officeDocument/2006/relationships/tableStyles" Target="/ppt/tableStyles.xml" Id="Rba1f6f800e94462e" /><Relationship Type="http://schemas.openxmlformats.org/officeDocument/2006/relationships/slide" Target="/ppt/slides/slide1.xml" Id="R8cc7b2839dfc4eed" /><Relationship Type="http://schemas.openxmlformats.org/officeDocument/2006/relationships/slide" Target="/ppt/slides/slide2.xml" Id="R4725cf1722204902" /><Relationship Type="http://schemas.openxmlformats.org/officeDocument/2006/relationships/slide" Target="/ppt/slides/slide3.xml" Id="Rda0fb9ee238b4663" /><Relationship Type="http://schemas.openxmlformats.org/officeDocument/2006/relationships/slide" Target="/ppt/slides/slide4.xml" Id="Rc0ae4331ff88451e" /><Relationship Type="http://schemas.openxmlformats.org/officeDocument/2006/relationships/slide" Target="/ppt/slides/slide5.xml" Id="Re38e4b37bf624740" /><Relationship Type="http://schemas.openxmlformats.org/officeDocument/2006/relationships/slide" Target="/ppt/slides/slide6.xml" Id="R24f8a67e3aab4c19" /><Relationship Type="http://schemas.openxmlformats.org/officeDocument/2006/relationships/slide" Target="/ppt/slides/slide7.xml" Id="Rcf96b00619cb4354" /><Relationship Type="http://schemas.openxmlformats.org/officeDocument/2006/relationships/slide" Target="/ppt/slides/slide8.xml" Id="R400b408d417a4750" /><Relationship Type="http://schemas.openxmlformats.org/officeDocument/2006/relationships/slide" Target="/ppt/slides/slide9.xml" Id="R3c355bdc60f347f3" /><Relationship Type="http://schemas.openxmlformats.org/officeDocument/2006/relationships/slide" Target="/ppt/slides/slide10.xml" Id="Rfe40ab064335497e" /><Relationship Type="http://schemas.openxmlformats.org/officeDocument/2006/relationships/slide" Target="/ppt/slides/slide11.xml" Id="R6f1686262c224dc5" /><Relationship Type="http://schemas.openxmlformats.org/officeDocument/2006/relationships/slide" Target="/ppt/slides/slide12.xml" Id="R9f7c59d7d7c94f46" /><Relationship Type="http://schemas.openxmlformats.org/officeDocument/2006/relationships/slide" Target="/ppt/slides/slide13.xml" Id="R6ba9a52511824774" /><Relationship Type="http://schemas.openxmlformats.org/officeDocument/2006/relationships/slide" Target="/ppt/slides/slide14.xml" Id="R035cbc6e532d4846" /><Relationship Type="http://schemas.openxmlformats.org/officeDocument/2006/relationships/slide" Target="/ppt/slides/slide15.xml" Id="R4f0e0b42146f42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ce6a3c9f3643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63102f39344664" /><Relationship Type="http://schemas.openxmlformats.org/officeDocument/2006/relationships/notesMaster" Target="/ppt/notesMasters/notesMaster1.xml" Id="R7667b5979cfb4e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d5a86f29694afe" /><Relationship Type="http://schemas.openxmlformats.org/officeDocument/2006/relationships/notesMaster" Target="/ppt/notesMasters/notesMaster1.xml" Id="Rcba839672b0542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487e2125e047f6" /><Relationship Type="http://schemas.openxmlformats.org/officeDocument/2006/relationships/notesMaster" Target="/ppt/notesMasters/notesMaster1.xml" Id="R9ce6e9735a5743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3e92aeca884b29" /><Relationship Type="http://schemas.openxmlformats.org/officeDocument/2006/relationships/notesMaster" Target="/ppt/notesMasters/notesMaster1.xml" Id="R397f745d79694f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1ce609791148b0" /><Relationship Type="http://schemas.openxmlformats.org/officeDocument/2006/relationships/notesMaster" Target="/ppt/notesMasters/notesMaster1.xml" Id="R1fb35298f99a41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3cff6c51cb45f7" /><Relationship Type="http://schemas.openxmlformats.org/officeDocument/2006/relationships/notesMaster" Target="/ppt/notesMasters/notesMaster1.xml" Id="R0160b5ba64b841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89034103174af8" /><Relationship Type="http://schemas.openxmlformats.org/officeDocument/2006/relationships/notesMaster" Target="/ppt/notesMasters/notesMaster1.xml" Id="R08643a8f7e7242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e9b51a5ae34aa3" /><Relationship Type="http://schemas.openxmlformats.org/officeDocument/2006/relationships/notesMaster" Target="/ppt/notesMasters/notesMaster1.xml" Id="Ra28d685d783143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e52fb417c14b8e" /><Relationship Type="http://schemas.openxmlformats.org/officeDocument/2006/relationships/notesMaster" Target="/ppt/notesMasters/notesMaster1.xml" Id="R29b6d8df3a1a4c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3278049ecc4aba" /><Relationship Type="http://schemas.openxmlformats.org/officeDocument/2006/relationships/notesMaster" Target="/ppt/notesMasters/notesMaster1.xml" Id="Rede7fbbd270c4c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2f52b9f1224acd" /><Relationship Type="http://schemas.openxmlformats.org/officeDocument/2006/relationships/notesMaster" Target="/ppt/notesMasters/notesMaster1.xml" Id="R25921ff718d34d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a69d423d384371" /><Relationship Type="http://schemas.openxmlformats.org/officeDocument/2006/relationships/notesMaster" Target="/ppt/notesMasters/notesMaster1.xml" Id="R4ff97a98eafe41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f95abec87b4378" /><Relationship Type="http://schemas.openxmlformats.org/officeDocument/2006/relationships/notesMaster" Target="/ppt/notesMasters/notesMaster1.xml" Id="Rc3cc3fef3a934d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1a5b0f9c314a46" /><Relationship Type="http://schemas.openxmlformats.org/officeDocument/2006/relationships/notesMaster" Target="/ppt/notesMasters/notesMaster1.xml" Id="R3e536a2e2ad34f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9cdfbf4c63428f" /><Relationship Type="http://schemas.openxmlformats.org/officeDocument/2006/relationships/notesMaster" Target="/ppt/notesMasters/notesMaster1.xml" Id="R3e5eadbb9c2545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把任务目标、授权范围和验收证据写清楚。约 20 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官方指南描述以上行为趋势，具体效果需在自己的任务集上验证。来源：https://developers.openai.com/api/docs/guides/latest-model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工程实践建议。Skill 是宿主加载的工作流资料，不会因为切换模型自动安装，也不能创造不存在的工具权限。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六要素是本分享的工程整理，不是官方固定语法。普通中文、小标题或标签均可。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教学场景，不代表已经观察到实际丢包或执行硬件测试。完整可复制版本见配套指南。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工程建议：权限要按项目写实。Prompt 不会绕过系统、开发者指令或工具权限。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工程设计建议。保持主文件聚焦，长参考资料与脚本分开存放，并仅在需要时读取。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这是教学模板节选。需补充项目实际命令、权限边界和停止条件再投入使用。文件样式说明参见 https://developers.openai.com/codex/skills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基于工程经验构造的反例。Astra 对上下文指令敏感，因此值得检查旧模板中的绝对化规定。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概念伪代码，不能直接编译或操作硬件。每个动作均说明目的。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工程建议，不是一套通用的固定测试命令。没有板卡时标注未执行板端验证，保留可复现操作步骤。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前两项是工程建议。官方介绍 Astra 的异步工具调用和中途 steering，但应用仍负责工具执行和状态管理。不能仅靠提示词实现。来源：https://developers.openai.com/api/docs/guides/latest-model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 API 信息截至 2026-09-09。Chat Completions 还需移除 logprobs；Responses 的 include 不应请求 message.output_text.logprobs。来源：https://developers.openai.com/api/docs/guides/latest-model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建议使用同一批任务对照旧版与新版，固定工具与环境。没有实测数据时，不承诺减少多少 token 或提升多少效率。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来源：https://developers.openai.com/api/docs/guides/latest-model</a:t>
            </a:r>
          </a:p>
          <a:p xmlns:a="http://schemas.openxmlformats.org/drawingml/2006/main">
            <a:r>
              <a:t>https://developers.openai.com/codex/skills</a:t>
            </a:r>
          </a:p>
          <a:p xmlns:a="http://schemas.openxmlformats.org/drawingml/2006/main">
            <a:r>
              <a:t>用户参考链接（未核实正文）：https://x.com/LanLance24/status/2095144419393683791</a:t>
            </a:r>
          </a:p>
          <a:p xmlns:a="http://schemas.openxmlformats.org/drawingml/2006/main">
            <a:r>
              <a:t>配套 HTML 可离线浏览。指南含完整模板。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33609fb134d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2c7481fdc84d41" /><Relationship Type="http://schemas.openxmlformats.org/officeDocument/2006/relationships/slideLayout" Target="/ppt/slideLayouts/slideLayout1.xml" Id="Rc3455a442bfe4f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455a442bfe4f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d4a59a99b4c0e" /><Relationship Type="http://schemas.openxmlformats.org/officeDocument/2006/relationships/notesSlide" Target="/ppt/notesSlides/notesSlide1.xml" Id="Rc1eb047573534c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8d07d281a4203" /><Relationship Type="http://schemas.openxmlformats.org/officeDocument/2006/relationships/notesSlide" Target="/ppt/notesSlides/notesSlide2.xml" Id="R3e8c7af7f14540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386c029d74c45" /><Relationship Type="http://schemas.openxmlformats.org/officeDocument/2006/relationships/notesSlide" Target="/ppt/notesSlides/notesSlide3.xml" Id="R06541b51fe634c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54f59aa9642dc" /><Relationship Type="http://schemas.openxmlformats.org/officeDocument/2006/relationships/notesSlide" Target="/ppt/notesSlides/notesSlide4.xml" Id="R7fb2531370c248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64e9681a941a3" /><Relationship Type="http://schemas.openxmlformats.org/officeDocument/2006/relationships/notesSlide" Target="/ppt/notesSlides/notesSlide5.xml" Id="R7c3a3e4b001544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098f33b5647bf" /><Relationship Type="http://schemas.openxmlformats.org/officeDocument/2006/relationships/notesSlide" Target="/ppt/notesSlides/notesSlide6.xml" Id="Ra88f11723dc145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1562b09064564" /><Relationship Type="http://schemas.openxmlformats.org/officeDocument/2006/relationships/notesSlide" Target="/ppt/notesSlides/notesSlide7.xml" Id="Rc1e9f779dd2b4e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8dbb2cdfa465f" /><Relationship Type="http://schemas.openxmlformats.org/officeDocument/2006/relationships/notesSlide" Target="/ppt/notesSlides/notesSlide8.xml" Id="R91dfd902e07d49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b293141f84365" /><Relationship Type="http://schemas.openxmlformats.org/officeDocument/2006/relationships/notesSlide" Target="/ppt/notesSlides/notesSlide9.xml" Id="Rd8a1eed8f9334e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c1e745c6c4a94" /><Relationship Type="http://schemas.openxmlformats.org/officeDocument/2006/relationships/notesSlide" Target="/ppt/notesSlides/notesSlide10.xml" Id="R79cb8d02bd054c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963f205f94512" /><Relationship Type="http://schemas.openxmlformats.org/officeDocument/2006/relationships/notesSlide" Target="/ppt/notesSlides/notesSlide11.xml" Id="Rbef7247e2e214c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a57c4f5a246d7" /><Relationship Type="http://schemas.openxmlformats.org/officeDocument/2006/relationships/notesSlide" Target="/ppt/notesSlides/notesSlide12.xml" Id="Rfe7df157511943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a8cc165014ff6" /><Relationship Type="http://schemas.openxmlformats.org/officeDocument/2006/relationships/notesSlide" Target="/ppt/notesSlides/notesSlide13.xml" Id="R69f75e0f95bf44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62ba1e7f3456c" /><Relationship Type="http://schemas.openxmlformats.org/officeDocument/2006/relationships/notesSlide" Target="/ppt/notesSlides/notesSlide14.xml" Id="Ree92773ac99a4a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da36a439942d7" /><Relationship Type="http://schemas.openxmlformats.org/officeDocument/2006/relationships/notesSlide" Target="/ppt/notesSlides/notesSlide15.xml" Id="Ra910c1dd80fd48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17A78-1DB8-49E8-9E45-7EC94D47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GPT-6 Astra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Prompt 与 Skill 编写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DFE61-DFAA-40E3-82DC-C6FC42B5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7156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6DB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6DBDB"/>
                </a:solidFill>
                <a:latin typeface="Microsoft YaHei"/>
                <a:ea typeface="Microsoft YaHei"/>
                <a:cs typeface="Microsoft YaHei"/>
              </a:rPr>
              <a:t>面向嵌入式开发的技术分享</a:t>
            </a:r>
          </a:p>
          <a:p xmlns:a="http://schemas.openxmlformats.org/drawingml/2006/main">
            <a:pPr>
              <a:defRPr sz="2250" b="0">
                <a:solidFill>
                  <a:srgbClr val="A6DB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6DBDB"/>
                </a:solidFill>
                <a:latin typeface="Microsoft YaHei"/>
                <a:ea typeface="Microsoft YaHei"/>
                <a:cs typeface="Microsoft YaHei"/>
              </a:rPr>
              <a:t>2026.09.09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BC205-25DF-4D18-8C68-7D11F1C7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DB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6DBD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06961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F8734-E86D-441C-8ABE-EB3FFE65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Astra 的提示词调整重点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980D5-58C2-4A38-8F55-72D325E9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更容易澄清：说明哪些缺口可以合理假设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更敏感地遵循文件：审计 Skill 与 AGENTS.md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输出较详细：指定长度、结构和读者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委派与验证：明确何时使用、何时结束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BCD99-9E35-40DA-BE31-2DBA2CB4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31226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F43E0-F485-4393-9A16-9C07AEB9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Prompt、项目规则与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B264E-4B66-4C39-9A21-13A3D340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Prompt：本次目标、输入、交付物与验收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AGENTS.md：项目长期约定与构建入口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Skill：某类任务可复用的操作流程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工具：实际读取、修改、构建和验证能力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A69F0-9463-4006-81A2-CE0F599E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18389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E36D3-E988-4382-9215-4AF8CF35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一个 Prompt 的六个要素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F52CC-51DD-4D64-BD07-B45DEF02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目标：要完成什么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证据：日志、代码路径、环境与复现条件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边界：允许改动的位置和操作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自主性：哪些情况继续，哪些需要询问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验收：成功条件、验证方法与停止条件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输出：交付物、语言、长度和格式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C9628-C2A3-4854-A6DC-558EF65F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7026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8C0C0-E4B6-48C7-9C0A-FA99BE97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示例：串口丢包排查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91173-844F-478B-99FA-44037E90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弱描述：帮我看看串口为什么丢包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改写：依据给定日志和接收路径定位偶发丢包。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先标出事实与假设，为每个假设给出验证动作。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可读取代码并准备最小补丁，修改范围限接收模块。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缺少硬件条件时提交验证步骤，不宣称板端通过。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CDFA0-02CB-4C3F-B322-DBB953FC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99383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B47AD-65E4-4C1A-AE27-40181806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授权范围与提问条件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85147-7CF2-4037-99DE-9BB71D24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可自行决定：命名、局部实现、只读检索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需要询问：目标有歧义，且不同答案改变结果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先完成：已授权、可独立推进的准备工作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到边界暂停：未经授权的发布、刷机或删除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最终报告：完成项、证据、尚缺的验证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1ADDF-2688-4A36-9991-9C84F873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03181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9BAE9-7B6A-485A-92D5-C88AAC69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Skill 的职责边界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9E88A-F917-4041-A64E-485919AC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description：说明什么任务会触发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输入：需要什么资料，缺失如何处理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步骤：可执行动作与判断分支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产出：固定交付格式与证据要求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退出：完成条件、阻塞条件与交接内容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80CDE-FA6C-447F-A346-4916A311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548810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72E70-B207-441E-A39C-4106DDF3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SKILL.md 教学骨架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9344B-A390-41EC-8A1C-E675F11C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---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name: embedded-triage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description: 用于嵌入式日志与代码排障。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---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读取现象、版本、复现条件和相关代码。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把事实与假设分开，为假设安排验证动作。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输出根因证据、最小修复建议和回归清单。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00A1A-0F46-4C27-B827-CF21B310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32791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9D2D3-207B-4210-A093-C27A5D01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容易让任务停住的规则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ABFFD-6F44-45F1-B23E-F71E43A8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“所有操作都先确认”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改为：明确需要确认的具体操作与边界。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“每次修改都跑全部测试”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改为：按影响范围选测试，通过后按条件结束。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“始终使用某工具”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改为：工具存在且适用时使用，失败时报告替代路径。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0C0CD-DA49-42B0-A1A8-2FB4A7DC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6454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4B0DE-65CB-4D68-81E0-2CC7EB2F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带注释的排障伪代码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9CBB1-2B20-4D52-8B73-AE2FBAC1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收集(现象, 版本, 日志)   // 固定复现边界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核对(代码与日志对应关系) // 避免分析错误版本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若缺少关键证据:          // 不用猜测补齐事实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    输出(缺口, 最小采集步骤)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否则: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    排序(候选假设)        // 按证据与验证成本排序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    验证(优先假设)        // 结果必须可以反驳假设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    汇报(结论, 证据, 未验证项)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9F754-F0EB-455B-9799-7A486A98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547274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82442-AA8D-4219-9B3C-C872B8D0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按风险安排验证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DE18C-781D-41A1-8EAB-9480AD74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文档调整：检查内容、链接和排版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局部逻辑：相关单测与构建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驱动或协议：异常路径与相关集成回归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时序或中断：需要对应板卡与测量证据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停止条件：必需检查通过，且无未处理风险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8129E-67FE-409E-BE05-72BD682E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449928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58C81-B322-4DFF-9792-7E74A897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多任务与中途补充要求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48621-4A30-4667-8584-1AAD9DA8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并行条件：任务独立、工具可用、合并有收益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分工信息：职责、输入、产出、禁止覆盖的文件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中途纠正：说明新增条件及其影响范围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保留状态：已完成工作、当前证据、剩余事项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E80C4-5E17-4D25-9635-E1CE0D55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76211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6A9E3-4A48-455B-A920-DD437E5F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接入 API 时的核对项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034A8-E8D5-405A-8178-249BF889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模型标识：gpt-6-astra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工具调用：使用 Responses API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推理强度：不支持 none，迁移时按指南核对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移除不支持的 temperature、top_p、top_logprobs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模型参数与提示词分别管理、分别验证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E11B3-7661-4708-896A-AFE85173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453377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497DF-E06C-4E9E-A4B2-3BF83F95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用小型任务集验证写法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0AB4E-31DC-41FD-BB30-D9FC4A58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正常输入：能否完成指定交付物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缺失日志：能否准确指出缺口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冲突规则：能否说明冲突来源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工具失败：能否保留成果并报告阻塞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越界要求：能否识别授权边界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记录：完成率、误报、耗时、人工介入次数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B6B5B-9D96-41BE-8C05-CAD77FE6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315427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7A897-A096-4E47-80BB-5A8DD450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参考资料与使用方式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A2289-3F7F-4D6C-8FC2-57207612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官方模型指南：本分享的模型行为依据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Codex Skills：文件结构的参考入口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X 帖子：当前读取失败，未引用其观点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先复制 Prompt 完成一次任务，再把稳定步骤沉淀为 Skill。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64719-DA2B-4EC1-BB34-0949CC77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44017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2026-09-09T02:35:18.0720000Z</dcterms:created>
  <dcterms:modified xsi:type="dcterms:W3CDTF">2026-09-09T02:35:18.0720000Z</dcterms:modified>
</coreProperties>
</file>