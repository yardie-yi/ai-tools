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7d2f2b08d4e2d" /><Relationship Type="http://schemas.openxmlformats.org/officeDocument/2006/relationships/extended-properties" Target="/docProps/app.xml" Id="R3e50b6cc46374e02" /><Relationship Type="http://schemas.openxmlformats.org/officeDocument/2006/relationships/officeDocument" Target="/ppt/presentation.xml" Id="Rca2be5ea481e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b1d99483004fd1"/>
  </p:sldMasterIdLst>
  <p:notesMasterIdLst>
    <p:notesMasterId xmlns:r="http://schemas.openxmlformats.org/officeDocument/2006/relationships" r:id="R3f406599a79a4b57"/>
  </p:notesMasterIdLst>
  <p:sldIdLst>
    <p:sldId xmlns:r="http://schemas.openxmlformats.org/officeDocument/2006/relationships" id="256" r:id="R53f64c726b6f44cd"/>
    <p:sldId xmlns:r="http://schemas.openxmlformats.org/officeDocument/2006/relationships" id="257" r:id="R776bf93602434d9f"/>
    <p:sldId xmlns:r="http://schemas.openxmlformats.org/officeDocument/2006/relationships" id="258" r:id="R925a3350f1ff4e68"/>
    <p:sldId xmlns:r="http://schemas.openxmlformats.org/officeDocument/2006/relationships" id="259" r:id="R7b01634fac3b48c1"/>
    <p:sldId xmlns:r="http://schemas.openxmlformats.org/officeDocument/2006/relationships" id="260" r:id="R2af9730ea8b94184"/>
    <p:sldId xmlns:r="http://schemas.openxmlformats.org/officeDocument/2006/relationships" id="261" r:id="Re0ef32041a494f67"/>
    <p:sldId xmlns:r="http://schemas.openxmlformats.org/officeDocument/2006/relationships" id="262" r:id="R6c9187fbb25a492b"/>
    <p:sldId xmlns:r="http://schemas.openxmlformats.org/officeDocument/2006/relationships" id="263" r:id="R1d9486b1176748ba"/>
    <p:sldId xmlns:r="http://schemas.openxmlformats.org/officeDocument/2006/relationships" id="264" r:id="Rc4e306cad6814780"/>
    <p:sldId xmlns:r="http://schemas.openxmlformats.org/officeDocument/2006/relationships" id="265" r:id="R9a64fa26ca964922"/>
    <p:sldId xmlns:r="http://schemas.openxmlformats.org/officeDocument/2006/relationships" id="266" r:id="R4783803390754294"/>
    <p:sldId xmlns:r="http://schemas.openxmlformats.org/officeDocument/2006/relationships" id="267" r:id="R23b1dd87a0cc4ab2"/>
    <p:sldId xmlns:r="http://schemas.openxmlformats.org/officeDocument/2006/relationships" id="268" r:id="R4290f93742ff4c16"/>
    <p:sldId xmlns:r="http://schemas.openxmlformats.org/officeDocument/2006/relationships" id="269" r:id="R7dda11308c27464d"/>
    <p:sldId xmlns:r="http://schemas.openxmlformats.org/officeDocument/2006/relationships" id="270" r:id="R2389a7e9f8e24740"/>
    <p:sldId xmlns:r="http://schemas.openxmlformats.org/officeDocument/2006/relationships" id="271" r:id="Rdd495e4909e2475f"/>
    <p:sldId xmlns:r="http://schemas.openxmlformats.org/officeDocument/2006/relationships" id="272" r:id="R58414a0a607a4e03"/>
    <p:sldId xmlns:r="http://schemas.openxmlformats.org/officeDocument/2006/relationships" id="273" r:id="R33ff3c736adb438e"/>
    <p:sldId xmlns:r="http://schemas.openxmlformats.org/officeDocument/2006/relationships" id="274" r:id="R02a2491ea4df4a7b"/>
    <p:sldId xmlns:r="http://schemas.openxmlformats.org/officeDocument/2006/relationships" id="275" r:id="R54c7f99a28f44774"/>
    <p:sldId xmlns:r="http://schemas.openxmlformats.org/officeDocument/2006/relationships" id="276" r:id="R934dd3579d5648bd"/>
    <p:sldId xmlns:r="http://schemas.openxmlformats.org/officeDocument/2006/relationships" id="277" r:id="R3590b111a9494613"/>
    <p:sldId xmlns:r="http://schemas.openxmlformats.org/officeDocument/2006/relationships" id="278" r:id="R4a38100d349945dc"/>
    <p:sldId xmlns:r="http://schemas.openxmlformats.org/officeDocument/2006/relationships" id="279" r:id="R0479e5f021b840c1"/>
    <p:sldId xmlns:r="http://schemas.openxmlformats.org/officeDocument/2006/relationships" id="280" r:id="Rf7285cb665a14998"/>
    <p:sldId xmlns:r="http://schemas.openxmlformats.org/officeDocument/2006/relationships" id="281" r:id="R75f5689dd99f47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7e6e8c2a8642d5" /><Relationship Type="http://schemas.openxmlformats.org/officeDocument/2006/relationships/slideMaster" Target="/ppt/slideMasters/slideMaster1.xml" Id="Rdfb1d99483004fd1" /><Relationship Type="http://schemas.openxmlformats.org/officeDocument/2006/relationships/notesMaster" Target="/ppt/notesMasters/notesMaster1.xml" Id="R3f406599a79a4b57" /><Relationship Type="http://schemas.openxmlformats.org/officeDocument/2006/relationships/presProps" Target="/ppt/presProps.xml" Id="R96ee8566838b4a29" /><Relationship Type="http://schemas.openxmlformats.org/officeDocument/2006/relationships/tableStyles" Target="/ppt/tableStyles.xml" Id="Rd9caaa776ba74c00" /><Relationship Type="http://schemas.openxmlformats.org/officeDocument/2006/relationships/slide" Target="/ppt/slides/slide1.xml" Id="R53f64c726b6f44cd" /><Relationship Type="http://schemas.openxmlformats.org/officeDocument/2006/relationships/slide" Target="/ppt/slides/slide2.xml" Id="R776bf93602434d9f" /><Relationship Type="http://schemas.openxmlformats.org/officeDocument/2006/relationships/slide" Target="/ppt/slides/slide3.xml" Id="R925a3350f1ff4e68" /><Relationship Type="http://schemas.openxmlformats.org/officeDocument/2006/relationships/slide" Target="/ppt/slides/slide4.xml" Id="R7b01634fac3b48c1" /><Relationship Type="http://schemas.openxmlformats.org/officeDocument/2006/relationships/slide" Target="/ppt/slides/slide5.xml" Id="R2af9730ea8b94184" /><Relationship Type="http://schemas.openxmlformats.org/officeDocument/2006/relationships/slide" Target="/ppt/slides/slide6.xml" Id="Re0ef32041a494f67" /><Relationship Type="http://schemas.openxmlformats.org/officeDocument/2006/relationships/slide" Target="/ppt/slides/slide7.xml" Id="R6c9187fbb25a492b" /><Relationship Type="http://schemas.openxmlformats.org/officeDocument/2006/relationships/slide" Target="/ppt/slides/slide8.xml" Id="R1d9486b1176748ba" /><Relationship Type="http://schemas.openxmlformats.org/officeDocument/2006/relationships/slide" Target="/ppt/slides/slide9.xml" Id="Rc4e306cad6814780" /><Relationship Type="http://schemas.openxmlformats.org/officeDocument/2006/relationships/slide" Target="/ppt/slides/slide10.xml" Id="R9a64fa26ca964922" /><Relationship Type="http://schemas.openxmlformats.org/officeDocument/2006/relationships/slide" Target="/ppt/slides/slide11.xml" Id="R4783803390754294" /><Relationship Type="http://schemas.openxmlformats.org/officeDocument/2006/relationships/slide" Target="/ppt/slides/slide12.xml" Id="R23b1dd87a0cc4ab2" /><Relationship Type="http://schemas.openxmlformats.org/officeDocument/2006/relationships/slide" Target="/ppt/slides/slide13.xml" Id="R4290f93742ff4c16" /><Relationship Type="http://schemas.openxmlformats.org/officeDocument/2006/relationships/slide" Target="/ppt/slides/slide14.xml" Id="R7dda11308c27464d" /><Relationship Type="http://schemas.openxmlformats.org/officeDocument/2006/relationships/slide" Target="/ppt/slides/slide15.xml" Id="R2389a7e9f8e24740" /><Relationship Type="http://schemas.openxmlformats.org/officeDocument/2006/relationships/slide" Target="/ppt/slides/slide16.xml" Id="Rdd495e4909e2475f" /><Relationship Type="http://schemas.openxmlformats.org/officeDocument/2006/relationships/slide" Target="/ppt/slides/slide17.xml" Id="R58414a0a607a4e03" /><Relationship Type="http://schemas.openxmlformats.org/officeDocument/2006/relationships/slide" Target="/ppt/slides/slide18.xml" Id="R33ff3c736adb438e" /><Relationship Type="http://schemas.openxmlformats.org/officeDocument/2006/relationships/slide" Target="/ppt/slides/slide19.xml" Id="R02a2491ea4df4a7b" /><Relationship Type="http://schemas.openxmlformats.org/officeDocument/2006/relationships/slide" Target="/ppt/slides/slide20.xml" Id="R54c7f99a28f44774" /><Relationship Type="http://schemas.openxmlformats.org/officeDocument/2006/relationships/slide" Target="/ppt/slides/slide21.xml" Id="R934dd3579d5648bd" /><Relationship Type="http://schemas.openxmlformats.org/officeDocument/2006/relationships/slide" Target="/ppt/slides/slide22.xml" Id="R3590b111a9494613" /><Relationship Type="http://schemas.openxmlformats.org/officeDocument/2006/relationships/slide" Target="/ppt/slides/slide23.xml" Id="R4a38100d349945dc" /><Relationship Type="http://schemas.openxmlformats.org/officeDocument/2006/relationships/slide" Target="/ppt/slides/slide24.xml" Id="R0479e5f021b840c1" /><Relationship Type="http://schemas.openxmlformats.org/officeDocument/2006/relationships/slide" Target="/ppt/slides/slide25.xml" Id="Rf7285cb665a14998" /><Relationship Type="http://schemas.openxmlformats.org/officeDocument/2006/relationships/slide" Target="/ppt/slides/slide26.xml" Id="R75f5689dd99f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3d525df4db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9a3caafe3f422d" /><Relationship Type="http://schemas.openxmlformats.org/officeDocument/2006/relationships/notesMaster" Target="/ppt/notesMasters/notesMaster1.xml" Id="R266f0592554c43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0d4be37fdf4cc2" /><Relationship Type="http://schemas.openxmlformats.org/officeDocument/2006/relationships/notesMaster" Target="/ppt/notesMasters/notesMaster1.xml" Id="R2d7e93a14a7046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9639a09bce4b98" /><Relationship Type="http://schemas.openxmlformats.org/officeDocument/2006/relationships/notesMaster" Target="/ppt/notesMasters/notesMaster1.xml" Id="R21fe45cacda841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ab5e4597da4303" /><Relationship Type="http://schemas.openxmlformats.org/officeDocument/2006/relationships/notesMaster" Target="/ppt/notesMasters/notesMaster1.xml" Id="R16bef940fd7140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5c7d65af84476e" /><Relationship Type="http://schemas.openxmlformats.org/officeDocument/2006/relationships/notesMaster" Target="/ppt/notesMasters/notesMaster1.xml" Id="Re7d67c3d3ed645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288c4a90a4e78" /><Relationship Type="http://schemas.openxmlformats.org/officeDocument/2006/relationships/notesMaster" Target="/ppt/notesMasters/notesMaster1.xml" Id="R73df8e9fb2d941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125f20f1a544df" /><Relationship Type="http://schemas.openxmlformats.org/officeDocument/2006/relationships/notesMaster" Target="/ppt/notesMasters/notesMaster1.xml" Id="Ra32b79c13bcb45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f9254b9af141af" /><Relationship Type="http://schemas.openxmlformats.org/officeDocument/2006/relationships/notesMaster" Target="/ppt/notesMasters/notesMaster1.xml" Id="R9c581edd89f24a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95886cfcb94c7b" /><Relationship Type="http://schemas.openxmlformats.org/officeDocument/2006/relationships/notesMaster" Target="/ppt/notesMasters/notesMaster1.xml" Id="Rcb8aa098b82e43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d2770c385642ff" /><Relationship Type="http://schemas.openxmlformats.org/officeDocument/2006/relationships/notesMaster" Target="/ppt/notesMasters/notesMaster1.xml" Id="R083af3bae4924a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488d61abac468d" /><Relationship Type="http://schemas.openxmlformats.org/officeDocument/2006/relationships/notesMaster" Target="/ppt/notesMasters/notesMaster1.xml" Id="Rbc251deb727d46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2f375933f04ed4" /><Relationship Type="http://schemas.openxmlformats.org/officeDocument/2006/relationships/notesMaster" Target="/ppt/notesMasters/notesMaster1.xml" Id="R005c6a9dee9847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a9113616294b40" /><Relationship Type="http://schemas.openxmlformats.org/officeDocument/2006/relationships/notesMaster" Target="/ppt/notesMasters/notesMaster1.xml" Id="R916a364f56ae43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fb01520299454c" /><Relationship Type="http://schemas.openxmlformats.org/officeDocument/2006/relationships/notesMaster" Target="/ppt/notesMasters/notesMaster1.xml" Id="R580145b882ae4d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1ddd0419a648ef" /><Relationship Type="http://schemas.openxmlformats.org/officeDocument/2006/relationships/notesMaster" Target="/ppt/notesMasters/notesMaster1.xml" Id="R2719e41d67a948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b66f51e54a431b" /><Relationship Type="http://schemas.openxmlformats.org/officeDocument/2006/relationships/notesMaster" Target="/ppt/notesMasters/notesMaster1.xml" Id="Rf25671c896c84a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24ffbd1c5f4950" /><Relationship Type="http://schemas.openxmlformats.org/officeDocument/2006/relationships/notesMaster" Target="/ppt/notesMasters/notesMaster1.xml" Id="R4525dbc753f049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3386f6a96c416f" /><Relationship Type="http://schemas.openxmlformats.org/officeDocument/2006/relationships/notesMaster" Target="/ppt/notesMasters/notesMaster1.xml" Id="Rc48b973c0aa649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00921e169f4229" /><Relationship Type="http://schemas.openxmlformats.org/officeDocument/2006/relationships/notesMaster" Target="/ppt/notesMasters/notesMaster1.xml" Id="Re6e58964660b4c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657daa416f40c4" /><Relationship Type="http://schemas.openxmlformats.org/officeDocument/2006/relationships/notesMaster" Target="/ppt/notesMasters/notesMaster1.xml" Id="Rd0dd99a7817f48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062dfa27df4ca8" /><Relationship Type="http://schemas.openxmlformats.org/officeDocument/2006/relationships/notesMaster" Target="/ppt/notesMasters/notesMaster1.xml" Id="Rbae357690c324c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409c6b65ea74390" /><Relationship Type="http://schemas.openxmlformats.org/officeDocument/2006/relationships/notesMaster" Target="/ppt/notesMasters/notesMaster1.xml" Id="R76f1fe0c1098400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7cc5fdc77f400c" /><Relationship Type="http://schemas.openxmlformats.org/officeDocument/2006/relationships/notesMaster" Target="/ppt/notesMasters/notesMaster1.xml" Id="R54514c345e994a7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654f3eddab4fd5" /><Relationship Type="http://schemas.openxmlformats.org/officeDocument/2006/relationships/notesMaster" Target="/ppt/notesMasters/notesMaster1.xml" Id="R90c97ac7e5f54e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9a816159ee4f64" /><Relationship Type="http://schemas.openxmlformats.org/officeDocument/2006/relationships/notesMaster" Target="/ppt/notesMasters/notesMaster1.xml" Id="R99a42ce189b2450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c5005403d449c4" /><Relationship Type="http://schemas.openxmlformats.org/officeDocument/2006/relationships/notesMaster" Target="/ppt/notesMasters/notesMaster1.xml" Id="R9bc6dc0bd4ba48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建议分享约 30–40 分钟。先建立上下文的概念，再解释检索、预算、记忆和工具输出，最后使用 UART 排障教学案例串联。所有案例现象、预算数字与实现字段均为教学设计，未代表真实项目实测结果。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文是模型在某一次调用中能够处理的输入。工程实现要从大量外部材料中选择、组织和更新输入，同时保证任务约束与关键证据完整。项目目录、数据库和持久化记忆中的内容，只有在读取并加入请求后才进入本次模型输入。模型参数、应用状态、当前上下文属于不同层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engineering 关注如何表达任务和行为要求。RAG 用检索到的材料支持生成。Memory 管理需要跨轮次或跨任务保存的信息。Context engineering 组织某次调用实际使用的全部输入。Harness 与 Loop 在本材料中用作运行环境与执行控制的工作划分，并非统一标准层级。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输入可以包括文本、图像等不同模态，这里用开发任务中常见的文本说明。权限凭据和数据库连接属于宿主运行环境，无需把密钥原文加入模型输入。工具定义占用的输入和协议封装开销也需计入预算，具体计量遵循所用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任务确定缺什么信息，再读取候选材料。宿主执行权限检查、版本筛选、去重和排序，然后按预算组装。最后核对必须信息和工具协议。模型调用后，工具输出与新发现进入记录，下一轮再次按目标筛选。不要在第一轮塞入所有可能资料后就停止管理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加载适合关键规则、项目概要和当前任务。按需加载可以先提供文件或数据的轻量索引，再由工具读相关片段。检索本身会增加调用与等待，因此小任务可直接读少量已知文件。选择依据是任务所需信息和检索成本，而不是固定偏好某一种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前以身份、项目和访问控制缩小候选范围。结果返回后仍需核验每条记录的权限和版本。代码检索可组合精确符号搜索、关键词和语义搜索，再补充周边函数或调用点。相似度不是事实可信度。检索不到足够证据时，应明确缺口，不将最相似的一段强行当成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这是教学用的 YAML 风格结构。evidence_id 用于在输出中关联具体材料。version、path 与 observed_at 用于复核证据是否还适用。content 保存所需原文片段，claims 只表达该材料实际支持的结论。证据定位字段支持按需重读原文与检查适用范围。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本页数字为教学配置，不是任何模型规格。规则与任务 4,000、工具说明 2,000、状态 3,000、证据 15,000，合计 24,000 token。应使用对应模型的计数方式统计完整序列化请求，包括工具定义和消息封装。输出、推理等额度如何计入窗口取决于接口。余量不能替代实际计数。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需内容应由任务契约定义，至少包括关键约束、当前目标、足以支持行动的证据以及工具消息协议。删除工具消息必须保持调用与结果的关联有效。预算放不下必需信息时，应改为分步处理、请求更小范围或返回缺口。不要静默截断整个请求末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输出先由宿主保存，再形成简明摘要送入模型。返回状态、总量、筛选条件和截断标记可避免将局部结果当作完整结果。失败需要错误类型和可重试性，不能用空结果掩盖异常。查询权限和实际写操作权限由工具侧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期状态跟踪本任务的进度和结果。长期记忆可保存用户偏好或已经确认的项目约定，必须带作用范围与更新机制。原始日志、代码和规格留在外部存储，需要时读取。将内容写入文件不会改变模型参数，也不意味着模型已经看到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要是有损转换，可能遗漏细节。通过结构化槽位保留目标、约束、证据定位、已排除项、未知项和下一步。新摘要生成后应核对关键字段仍在，并保持模型和工具消息协议有效。原始轨迹保留在外部，可在发现矛盾时重新读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指令与工具或检索数据分别传递并标注边界。外部文档中的“忽略规则”属于待分析文本。结构化包裹本身不能彻底防止提示注入，还需要工具侧访问控制、最小权限和对敏感动作的独立检查。证据矛盾应按版本、权威性和任务适用范围判断，不能简单使用最新出现的一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阶段需要候选资料，实施阶段需要已经选定的方案和具体接口，验证阶段需要实际改动与验收条件。阶段交接可以只带目标、结论、证据编号、未决事项和下一步。子任务隔离能够控制细节扩散，但需要额外协调并可能丢失信息，因此只在任务可拆分且收益明确时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较大的上下文窗口允许更多输入，但质量仍取决于模型和任务，不能保证所有信息都被正确利用。输入缓存通常减少重复输入的计算或计费，并不自动增加窗口或清除噪声，命中规则由具体服务决定。微调影响模型参数，适合调整稳定行为，不能替代读取当前任务的最新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三页代码为同一流程的教学伪代码，不是特定 SDK 接口。固定内容包含任务和规则、输出结构、工具定义、所需状态。must_select 根据验收要求选关键证据；required_gap 在准备调用前报告未满足的条件。真实实现还需处理读取失败、超时、权限变化以及输入来源的可信度。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本页承接 build_context。optional_items 不含已选必需项。bounded_excerpt 在保留含义、版本和定位的前提下取相关片段，不可只按字符数粗暴截断。每次试装后统计完整请求，并在最终调用前再次确认预算、关键字段和工具调用结果的配对。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本页描述 build_context 成功后的宿主处理。result 包含模型返回、实际执行的工具结果和检查记录。模型计划执行某个测试不表示测试已执行。merge_hypotheses 保留尚未解决的旧假设，再合并新假设与支持或排除它们的证据。merge_evidence 保留旧证据定位并关联本轮记录，过期证据标明失效范围。压缩失败或重要字段缺失时保留原状态，报告错误。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这是为解释上下文选择而设计的案例，未读取真实项目代码、未采集日志、未运行主机或板端测试。不能仅凭“丢帧”推断为 DMA、队列或解析错误。第一步应确认现象边界、数据流、版本与复现条件。本案例后续只展示需要哪些材料以及如何组织，所有验证项都是待执行。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厘清复现边界，第二轮检查数据交接，第三轮检查帧解析，第四轮核对检查结果。是否进入下一阶段取决于实际发现，表格不规定固定排障路径。旧阶段的已确认结论和未决项通过状态摘要继续传递，原始大日志可按需重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和调度行为必须通过实际设备记录支持。缓冲区覆盖、任务消费不及时和解析状态错误都只是候选方向。测量可能影响时序，因此要说明采集方式并控制开销。某个用例未复现问题，不代表在全部条件下排除了该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输出建议按现象、影响范围、证据、怀疑点、验证步骤和下一步组织。主机回放可检查解析逻辑，实际中断和 DMA 时序、任务同步、硬件寄存器状态必须在目标环境检查。无板端证据时保持未知。证据 id 用于在本任务中定位支持结论的材料。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同一批任务使用固定模型配置和一致的验收标准，对比全量输入、规则筛选、检索、压缩等策略。模型存在随机性，必要时重复运行并报告分布。标注任务需要的证据，分别测量检索是否找到了、装配是否保留了、最终输出是否正确使用了。检查越权与不可靠结论等严重失败，不能只看平均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关键材料根本未进入候选池，检查索引与检索条件。若候选存在但未进入输入，检查排序和预算装配。若已进入输入却被误用，检查格式、冲突和模型任务能力。对反复出现的问题保留匿名化或受控访问的回放样本，帮助以后修改策略时回归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从某个模块的故障分析或构建失败入手，列出目标、允许操作、必需材料和验收方法。实现明确的取数、筛选、预算与状态更新，先跑通一个任务，再建立小规模回放任务集。根据失败样本决定是否需要向量检索、长期记忆或子任务隔离。配套 HTML 包含更详细的图解、交互和伪代码。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9eeac09194c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fed5375f294fdf" /><Relationship Type="http://schemas.openxmlformats.org/officeDocument/2006/relationships/slideLayout" Target="/ppt/slideLayouts/slideLayout1.xml" Id="R8c126fcca8cf43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126fcca8cf43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56bb80d34317" /><Relationship Type="http://schemas.openxmlformats.org/officeDocument/2006/relationships/image" Target="/ppt/media/image.png" Id="R0407597ac7374439" /><Relationship Type="http://schemas.openxmlformats.org/officeDocument/2006/relationships/notesSlide" Target="/ppt/notesSlides/notesSlide1.xml" Id="Rd7c46c2ea6e340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159c38ce4082" /><Relationship Type="http://schemas.openxmlformats.org/officeDocument/2006/relationships/notesSlide" Target="/ppt/notesSlides/notesSlide2.xml" Id="R25c1a61f934946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1373008a64930" /><Relationship Type="http://schemas.openxmlformats.org/officeDocument/2006/relationships/notesSlide" Target="/ppt/notesSlides/notesSlide3.xml" Id="Re1b54892740949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2364915524520" /><Relationship Type="http://schemas.openxmlformats.org/officeDocument/2006/relationships/notesSlide" Target="/ppt/notesSlides/notesSlide4.xml" Id="Ra0f0958ff9f246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35b87bebd47a1" /><Relationship Type="http://schemas.openxmlformats.org/officeDocument/2006/relationships/notesSlide" Target="/ppt/notesSlides/notesSlide5.xml" Id="R67f24833e2654e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723548e7546ab" /><Relationship Type="http://schemas.openxmlformats.org/officeDocument/2006/relationships/notesSlide" Target="/ppt/notesSlides/notesSlide6.xml" Id="R84b150f10fab44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39660130d4d5d" /><Relationship Type="http://schemas.openxmlformats.org/officeDocument/2006/relationships/notesSlide" Target="/ppt/notesSlides/notesSlide7.xml" Id="R6f9bb701243c44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e49fa7ab243d5" /><Relationship Type="http://schemas.openxmlformats.org/officeDocument/2006/relationships/notesSlide" Target="/ppt/notesSlides/notesSlide8.xml" Id="R5090d7557d3841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2876c1eca44a4" /><Relationship Type="http://schemas.openxmlformats.org/officeDocument/2006/relationships/chart" Target="/ppt/slides/charts/chart1.xml" Id="R509864212080405f" /><Relationship Type="http://schemas.openxmlformats.org/officeDocument/2006/relationships/notesSlide" Target="/ppt/notesSlides/notesSlide9.xml" Id="R0a7978f9068c4b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593565dfc45f2" /><Relationship Type="http://schemas.openxmlformats.org/officeDocument/2006/relationships/notesSlide" Target="/ppt/notesSlides/notesSlide10.xml" Id="R5b86d9920f734d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33110957d474a" /><Relationship Type="http://schemas.openxmlformats.org/officeDocument/2006/relationships/notesSlide" Target="/ppt/notesSlides/notesSlide11.xml" Id="Ra652b495969d48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e8b38d6354b2e" /><Relationship Type="http://schemas.openxmlformats.org/officeDocument/2006/relationships/notesSlide" Target="/ppt/notesSlides/notesSlide12.xml" Id="Rab7168b4e6964a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06bdae45a4306" /><Relationship Type="http://schemas.openxmlformats.org/officeDocument/2006/relationships/notesSlide" Target="/ppt/notesSlides/notesSlide13.xml" Id="Rb97ede5b03bc4b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ad5a6761f4a43" /><Relationship Type="http://schemas.openxmlformats.org/officeDocument/2006/relationships/notesSlide" Target="/ppt/notesSlides/notesSlide14.xml" Id="R7b31d2f443564e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81830f52d44e7" /><Relationship Type="http://schemas.openxmlformats.org/officeDocument/2006/relationships/notesSlide" Target="/ppt/notesSlides/notesSlide15.xml" Id="Rfb9628db13564f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ce57b5231447d" /><Relationship Type="http://schemas.openxmlformats.org/officeDocument/2006/relationships/notesSlide" Target="/ppt/notesSlides/notesSlide16.xml" Id="R7d7dd601a43546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91d43a120476c" /><Relationship Type="http://schemas.openxmlformats.org/officeDocument/2006/relationships/notesSlide" Target="/ppt/notesSlides/notesSlide17.xml" Id="R2c752cbc71474e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c1e456a2d4a0c" /><Relationship Type="http://schemas.openxmlformats.org/officeDocument/2006/relationships/notesSlide" Target="/ppt/notesSlides/notesSlide18.xml" Id="R512e844f0c1648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fdaf2d61f40ea" /><Relationship Type="http://schemas.openxmlformats.org/officeDocument/2006/relationships/notesSlide" Target="/ppt/notesSlides/notesSlide19.xml" Id="R59af0e2a6f5340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9201a37ab4ccf" /><Relationship Type="http://schemas.openxmlformats.org/officeDocument/2006/relationships/notesSlide" Target="/ppt/notesSlides/notesSlide20.xml" Id="Rd825e687cfa649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5460e21746b9" /><Relationship Type="http://schemas.openxmlformats.org/officeDocument/2006/relationships/notesSlide" Target="/ppt/notesSlides/notesSlide21.xml" Id="Re4053e0ab05f454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6b05e14a41bb" /><Relationship Type="http://schemas.openxmlformats.org/officeDocument/2006/relationships/notesSlide" Target="/ppt/notesSlides/notesSlide22.xml" Id="R96382b9be299458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bd6f0fabb4b9c" /><Relationship Type="http://schemas.openxmlformats.org/officeDocument/2006/relationships/notesSlide" Target="/ppt/notesSlides/notesSlide23.xml" Id="R1f5b9df6c3a141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fc385c6fe4206" /><Relationship Type="http://schemas.openxmlformats.org/officeDocument/2006/relationships/notesSlide" Target="/ppt/notesSlides/notesSlide24.xml" Id="R75b44f57f2614e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af289e8114ab7" /><Relationship Type="http://schemas.openxmlformats.org/officeDocument/2006/relationships/notesSlide" Target="/ppt/notesSlides/notesSlide25.xml" Id="Rd83e6d0cbd3745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fa8b24a254dbd" /><Relationship Type="http://schemas.openxmlformats.org/officeDocument/2006/relationships/notesSlide" Target="/ppt/notesSlides/notesSlide26.xml" Id="R92501120a88742e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输入分配（token）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EAF1F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输入分配（token）</c:v>
          </c:tx>
          <c:spPr>
            <a:solidFill xmlns:a="http://schemas.openxmlformats.org/drawingml/2006/main">
              <a:srgbClr val="52E0BB"/>
            </a:solidFill>
          </c:spPr>
          <c:cat>
            <c:strRef>
              <c:f>'Chart Data'!$A$2:$A$5</c:f>
              <c:strCache>
                <c:ptCount val="4"/>
                <c:pt idx="0">
                  <c:v>规则与任务</c:v>
                </c:pt>
                <c:pt idx="1">
                  <c:v>工具说明</c:v>
                </c:pt>
                <c:pt idx="2">
                  <c:v>工作状态</c:v>
                </c:pt>
                <c:pt idx="3">
                  <c:v>事实证据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4000</c:v>
                </c:pt>
                <c:pt idx="1">
                  <c:v>2000</c:v>
                </c:pt>
                <c:pt idx="2">
                  <c:v>3000</c:v>
                </c:pt>
                <c:pt idx="3">
                  <c:v>15000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EAF1F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1321"/>
        </a:solidFill>
      </c:spPr>
    </c:plotArea>
    <c:plotVisOnly val="1"/>
  </c:chart>
  <c:spPr>
    <a:solidFill xmlns:a="http://schemas.openxmlformats.org/drawingml/2006/main">
      <a:srgbClr val="08132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7597ac7374439"/>
          <a:srcRect xmlns:a="http://schemas.openxmlformats.org/drawingml/2006/main" l="60" t="0" r="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047750"/>
            <a:ext cx="7905750" cy="527685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B3D76F-E71F-4C2D-A561-4E208872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6477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6B35D7-95A9-4865-975F-6F21449A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666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217A36-F7F0-4F76-BAAD-817AB0B1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面向 AI Agent 的上下文工程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64A24B-8DCB-42B9-BC74-D0297F10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原理、实现方法与嵌入式排障案例</a:t>
            </a:r>
          </a:p>
        </p:txBody>
      </p:sp>
    </p:spTree>
    <p:extLst>
      <p:ext uri="{BB962C8B-B14F-4D97-AF65-F5344CB8AC3E}">
        <p14:creationId xmlns:p14="http://schemas.microsoft.com/office/powerpoint/2010/main" val="267236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">
            <a:extLst xmlns:a="http://schemas.openxmlformats.org/drawingml/2006/main">
              <a:ext uri="{FF2B5EF4-FFF2-40B4-BE49-F238E27FC236}">
                <a16:creationId xmlns:a16="http://schemas.microsoft.com/office/drawing/2014/main" id="{13123B61-6391-44FD-9836-AA2BD3FE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上下文工程的工作对象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680FDF12-4BF6-4CE5-B04F-68D0BC2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在每次模型调用前，组织完成当前步骤所需的信息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16D07C10-1604-4D0D-A026-C5FCDF5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3DAD16F5-FA2D-4B7B-AC2C-3E8CCC84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19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决定本轮看什么、以什么形式看、何时更新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62B2B8DB-3F8F-4F7F-AFBE-3D71CCC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B18EFBA1-7DFF-4358-B42B-17BA91CE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861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信息选择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8F3F6D7B-17F2-4066-BD1C-064437F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挑选与当前任务、代码版本和阶段有关的内容。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BBACD0B0-22AD-4607-AAB1-758570BB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635D94FF-EE53-4792-AFC5-2DD9CAAB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290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信息组织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AFEE7433-BFBF-496D-B8E4-2BF11789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4817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区分指令、证据、历史状态和输出要求。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132B7169-FA74-4655-93B3-95EBDF09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BEF149DD-A931-4A27-931A-1E15E6A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720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信息维护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C7D4D4A2-C967-4AF1-8F63-148603A8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911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每轮更新进展，压缩历史，并记录尚未解决的问题。</a:t>
            </a:r>
          </a:p>
        </p:txBody>
      </p:sp>
    </p:spTree>
    <p:extLst>
      <p:ext uri="{BB962C8B-B14F-4D97-AF65-F5344CB8AC3E}">
        <p14:creationId xmlns:p14="http://schemas.microsoft.com/office/powerpoint/2010/main" val="679583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3849C0BD-C9DC-43D0-A626-5D74D63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Prompt、RAG、Memory 与 Context</a:t>
            </a:r>
          </a:p>
        </p:txBody>
      </p:sp>
      <p:sp>
        <p:nvSpPr>
          <p:cNvPr id="2" name="text-19">
            <a:extLst xmlns:a="http://schemas.openxmlformats.org/drawingml/2006/main">
              <a:ext uri="{FF2B5EF4-FFF2-40B4-BE49-F238E27FC236}">
                <a16:creationId xmlns:a16="http://schemas.microsoft.com/office/drawing/2014/main" id="{C1F9029B-1A98-4E00-873B-E5905DAE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这些能力可以组合使用，分别解决不同的工程问题</a:t>
            </a:r>
          </a:p>
        </p:txBody>
      </p:sp>
      <p:sp>
        <p:nvSpPr>
          <p:cNvPr id="3" name="text-20">
            <a:extLst xmlns:a="http://schemas.openxmlformats.org/drawingml/2006/main">
              <a:ext uri="{FF2B5EF4-FFF2-40B4-BE49-F238E27FC236}">
                <a16:creationId xmlns:a16="http://schemas.microsoft.com/office/drawing/2014/main" id="{4AF98F96-85A0-431E-A5B7-D956D853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66950"/>
                <a:gridCol w="4391025"/>
                <a:gridCol w="4314825"/>
              </a:tblGrid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开发场景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表达任务、约束和输出格式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要求输出排查步骤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检索相关资料并提供给模型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找当前版本的协议规格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保存并取回长期或阶段性信息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保留已排除的怀疑点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装配和维护本次调用的输入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组合规则、规格、代码与日志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 / Loop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运行环境 / 执行与停止控制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工具权限 / 验证后决定下一轮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623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42607A81-832F-4121-B80C-1D916317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一次调用的上下文组成</a:t>
            </a:r>
          </a:p>
        </p:txBody>
      </p:sp>
      <p:sp>
        <p:nvSpPr>
          <p:cNvPr id="2" name="text-22">
            <a:extLst xmlns:a="http://schemas.openxmlformats.org/drawingml/2006/main">
              <a:ext uri="{FF2B5EF4-FFF2-40B4-BE49-F238E27FC236}">
                <a16:creationId xmlns:a16="http://schemas.microsoft.com/office/drawing/2014/main" id="{096A1FBA-5E35-4C91-B02D-6D559E1D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程序掌握的所有信息，与模型当前可见的信息并不相同</a:t>
            </a:r>
          </a:p>
        </p:txBody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FF0D80F9-5A99-4399-9656-90CE061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43125"/>
                <a:gridCol w="4572000"/>
                <a:gridCol w="4257675"/>
              </a:tblGrid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组成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应提供的内容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常见遗漏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规则与任务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目标、修改边界、验收条件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只说“帮我修复”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规格、相关代码、日志、测试记录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资料对应错误版本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已做什么、结果如何、还缺什么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重复尝试已失败方案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工具与格式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可用工具说明、参数、返回结构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提供大量相似工具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示例与最近对话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必要示例、最新澄清和纠正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旧要求覆盖新要求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96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4">
            <a:extLst xmlns:a="http://schemas.openxmlformats.org/drawingml/2006/main">
              <a:ext uri="{FF2B5EF4-FFF2-40B4-BE49-F238E27FC236}">
                <a16:creationId xmlns:a16="http://schemas.microsoft.com/office/drawing/2014/main" id="{5496BF0D-644B-4232-AACF-13C785C2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上下文装配流程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0FDAF86B-00E9-41C7-8838-E4C844FF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每个阶段输出明确结果，便于定位信息在哪一步丢失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EA211E8B-DF77-4F10-B10D-AC7CC95A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4572000"/>
                <a:gridCol w="4114800"/>
              </a:tblGrid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本阶段产物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任务分析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确定当前目标和验收条件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待回答问题与缺口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获取材料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检索、读文件、查询工具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筛选整理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权限、版本、去重和排序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可用证据集合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预算装配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保留必需项，按预算选取其余内容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模型输入请求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 调用后更新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记录结果、变化与下一步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新的任务状态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128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7">
            <a:extLst xmlns:a="http://schemas.openxmlformats.org/drawingml/2006/main">
              <a:ext uri="{FF2B5EF4-FFF2-40B4-BE49-F238E27FC236}">
                <a16:creationId xmlns:a16="http://schemas.microsoft.com/office/drawing/2014/main" id="{FDF0CBFD-CB4E-47A2-9456-5A99575D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预加载与按需加载</a:t>
            </a: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33EDEE79-F765-4BAE-976A-D865F00A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稳定且必需的信息预加载，细节按当前问题读取</a:t>
            </a:r>
          </a:p>
        </p:txBody>
      </p:sp>
      <p:sp>
        <p:nvSpPr>
          <p:cNvPr id="3" name="text-29">
            <a:extLst xmlns:a="http://schemas.openxmlformats.org/drawingml/2006/main">
              <a:ext uri="{FF2B5EF4-FFF2-40B4-BE49-F238E27FC236}">
                <a16:creationId xmlns:a16="http://schemas.microsoft.com/office/drawing/2014/main" id="{A5BE3769-57AD-4DF5-BF02-BF26EAA1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-30">
            <a:extLst xmlns:a="http://schemas.openxmlformats.org/drawingml/2006/main">
              <a:ext uri="{FF2B5EF4-FFF2-40B4-BE49-F238E27FC236}">
                <a16:creationId xmlns:a16="http://schemas.microsoft.com/office/drawing/2014/main" id="{EB389FF3-674C-4D1B-B649-9ABD9083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预加载</a:t>
            </a:r>
          </a:p>
        </p:txBody>
      </p:sp>
      <p:sp>
        <p:nvSpPr>
          <p:cNvPr id="5" name="text-31">
            <a:extLst xmlns:a="http://schemas.openxmlformats.org/drawingml/2006/main">
              <a:ext uri="{FF2B5EF4-FFF2-40B4-BE49-F238E27FC236}">
                <a16:creationId xmlns:a16="http://schemas.microsoft.com/office/drawing/2014/main" id="{465A5BC5-2063-4A5C-B178-7931F0D2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49053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项目约束与任务目标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当前版本与构建配置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最新状态与验收条件</a:t>
            </a:r>
          </a:p>
        </p:txBody>
      </p:sp>
      <p:sp>
        <p:nvSpPr>
          <p:cNvPr id="6" name="text-32">
            <a:extLst xmlns:a="http://schemas.openxmlformats.org/drawingml/2006/main">
              <a:ext uri="{FF2B5EF4-FFF2-40B4-BE49-F238E27FC236}">
                <a16:creationId xmlns:a16="http://schemas.microsoft.com/office/drawing/2014/main" id="{52BF89F6-6EFE-4723-A020-BD7304BC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8DB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8DBDFF"/>
                </a:solidFill>
                <a:latin typeface="Microsoft YaHei"/>
                <a:ea typeface="Microsoft YaHei"/>
                <a:cs typeface="Microsoft YaHei"/>
              </a:rPr>
              <a:t>按需加载</a:t>
            </a:r>
          </a:p>
        </p:txBody>
      </p:sp>
      <p:sp>
        <p:nvSpPr>
          <p:cNvPr id="7" name="text-33">
            <a:extLst xmlns:a="http://schemas.openxmlformats.org/drawingml/2006/main">
              <a:ext uri="{FF2B5EF4-FFF2-40B4-BE49-F238E27FC236}">
                <a16:creationId xmlns:a16="http://schemas.microsoft.com/office/drawing/2014/main" id="{FC09CAD5-52B0-4F94-896E-0194C8BE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4857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相关函数与调用位置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失败时段的原始日志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具体型号与版本的规格</a:t>
            </a:r>
          </a:p>
        </p:txBody>
      </p:sp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31807C2E-EC12-4279-9120-BEC5634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先读目录或摘要定位，再读能够回答当前问题的细节。</a:t>
            </a:r>
          </a:p>
        </p:txBody>
      </p:sp>
    </p:spTree>
    <p:extLst>
      <p:ext uri="{BB962C8B-B14F-4D97-AF65-F5344CB8AC3E}">
        <p14:creationId xmlns:p14="http://schemas.microsoft.com/office/powerpoint/2010/main" val="1629549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5">
            <a:extLst xmlns:a="http://schemas.openxmlformats.org/drawingml/2006/main">
              <a:ext uri="{FF2B5EF4-FFF2-40B4-BE49-F238E27FC236}">
                <a16:creationId xmlns:a16="http://schemas.microsoft.com/office/drawing/2014/main" id="{17212EDD-44F0-4F11-BFAF-F6DC86F9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检索结果的筛选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80BBDD5D-1DE4-433C-A3E7-AB644F29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相关性之外，还要检查权限、适用版本和证据完整性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5A63A923-57D9-4837-9762-C2ACBC2F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0BD38B2D-8F3C-45E2-BC76-04FB2E5F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EB6F0AB8-2033-4D98-8909-4BA74D9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9812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3063CB97-FECC-438A-83C8-98D24C21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按项目、身份和代码版本筛选可访问材料。</a:t>
            </a:r>
          </a:p>
        </p:txBody>
      </p:sp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320AB291-E390-4E10-BB4B-6C21BCAD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42">
            <a:extLst xmlns:a="http://schemas.openxmlformats.org/drawingml/2006/main">
              <a:ext uri="{FF2B5EF4-FFF2-40B4-BE49-F238E27FC236}">
                <a16:creationId xmlns:a16="http://schemas.microsoft.com/office/drawing/2014/main" id="{D6EBF477-F177-48BD-A4A1-010D67B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52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组合搜索</a:t>
            </a:r>
          </a:p>
        </p:txBody>
      </p:sp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9BB7F4D7-2D78-46C2-9C05-F1F9047C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函数名与错误码用精确搜索，概念问题可结合语义检索。</a:t>
            </a:r>
          </a:p>
        </p:txBody>
      </p:sp>
      <p:sp>
        <p:nvSpPr>
          <p:cNvPr id="10" name="text-44">
            <a:extLst xmlns:a="http://schemas.openxmlformats.org/drawingml/2006/main">
              <a:ext uri="{FF2B5EF4-FFF2-40B4-BE49-F238E27FC236}">
                <a16:creationId xmlns:a16="http://schemas.microsoft.com/office/drawing/2014/main" id="{815E9815-484B-446F-942C-A876D196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45">
            <a:extLst xmlns:a="http://schemas.openxmlformats.org/drawingml/2006/main">
              <a:ext uri="{FF2B5EF4-FFF2-40B4-BE49-F238E27FC236}">
                <a16:creationId xmlns:a16="http://schemas.microsoft.com/office/drawing/2014/main" id="{ABF53E0B-80F5-4693-A8F3-F837B025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243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整理证据</a:t>
            </a:r>
          </a:p>
        </p:txBody>
      </p:sp>
      <p:sp>
        <p:nvSpPr>
          <p:cNvPr id="12" name="text-46">
            <a:extLst xmlns:a="http://schemas.openxmlformats.org/drawingml/2006/main">
              <a:ext uri="{FF2B5EF4-FFF2-40B4-BE49-F238E27FC236}">
                <a16:creationId xmlns:a16="http://schemas.microsoft.com/office/drawing/2014/main" id="{B7E1124F-F542-461A-ABF8-557DDC7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434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去重、重排，必要时补充定义、调用点和前后日志。</a:t>
            </a:r>
          </a:p>
        </p:txBody>
      </p:sp>
      <p:sp>
        <p:nvSpPr>
          <p:cNvPr id="13" name="text-47">
            <a:extLst xmlns:a="http://schemas.openxmlformats.org/drawingml/2006/main">
              <a:ext uri="{FF2B5EF4-FFF2-40B4-BE49-F238E27FC236}">
                <a16:creationId xmlns:a16="http://schemas.microsoft.com/office/drawing/2014/main" id="{F0B86B1A-A54A-4B57-98D9-AA6B92D7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48">
            <a:extLst xmlns:a="http://schemas.openxmlformats.org/drawingml/2006/main">
              <a:ext uri="{FF2B5EF4-FFF2-40B4-BE49-F238E27FC236}">
                <a16:creationId xmlns:a16="http://schemas.microsoft.com/office/drawing/2014/main" id="{8F49800A-4CD0-4057-99F6-0ECD3E66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958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核对覆盖</a:t>
            </a:r>
          </a:p>
        </p:txBody>
      </p:sp>
      <p:sp>
        <p:nvSpPr>
          <p:cNvPr id="15" name="text-49">
            <a:extLst xmlns:a="http://schemas.openxmlformats.org/drawingml/2006/main">
              <a:ext uri="{FF2B5EF4-FFF2-40B4-BE49-F238E27FC236}">
                <a16:creationId xmlns:a16="http://schemas.microsoft.com/office/drawing/2014/main" id="{AF67C09E-333A-4015-96EF-C425EF76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149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逐项检查关键问题是否有证据，缺失项继续检索或报告。</a:t>
            </a:r>
          </a:p>
        </p:txBody>
      </p:sp>
    </p:spTree>
    <p:extLst>
      <p:ext uri="{BB962C8B-B14F-4D97-AF65-F5344CB8AC3E}">
        <p14:creationId xmlns:p14="http://schemas.microsoft.com/office/powerpoint/2010/main" val="723373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0">
            <a:extLst xmlns:a="http://schemas.openxmlformats.org/drawingml/2006/main">
              <a:ext uri="{FF2B5EF4-FFF2-40B4-BE49-F238E27FC236}">
                <a16:creationId xmlns:a16="http://schemas.microsoft.com/office/drawing/2014/main" id="{0332B1E8-6B90-47F4-B0F1-0DC2AB6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证据包的最小结构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E07E8608-6230-46A9-8F63-E4511F56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事实、定位信息与不确定性一起进入上下文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FD068B77-237A-44F7-AB9B-95BD9F6C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E8FD5164-0C64-4B60-959C-0B067290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教学结构：一条证据必须能够定位并复核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51004673-6AF0-4833-9469-8AFDF2F1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evidence_id: E03             # 本任务内的唯一标识</a:t>
            </a:r>
          </a:p>
        </p:txBody>
      </p:sp>
      <p:sp>
        <p:nvSpPr>
          <p:cNvPr id="6" name="text-55">
            <a:extLst xmlns:a="http://schemas.openxmlformats.org/drawingml/2006/main">
              <a:ext uri="{FF2B5EF4-FFF2-40B4-BE49-F238E27FC236}">
                <a16:creationId xmlns:a16="http://schemas.microsoft.com/office/drawing/2014/main" id="{E6CFBB01-3C6E-4F01-B9EC-A485129D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kind: test_report           # 区分代码、规格或测试记录</a:t>
            </a:r>
          </a:p>
        </p:txBody>
      </p:sp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E28DDD84-2FFB-4626-B793-431B5E9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version: build_A            # 对应的代码或文档版本</a:t>
            </a: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BA4FAAA4-DFAE-461E-B631-6B148618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path: runs/A/report.txt     # 原始记录位置，便于按需重读</a:t>
            </a:r>
          </a:p>
        </p:txBody>
      </p:sp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E432C6CA-C94F-4CC9-BAAD-3C0F5B5A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observed_at: run_timestamp  # 采集时间，用于判断时效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D040208B-9268-4422-A547-186AC1C3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content: relevant_excerpt  # 保留相关原文和必要上下文</a:t>
            </a:r>
          </a:p>
        </p:txBody>
      </p:sp>
      <p:sp>
        <p:nvSpPr>
          <p:cNvPr id="11" name="text-60">
            <a:extLst xmlns:a="http://schemas.openxmlformats.org/drawingml/2006/main">
              <a:ext uri="{FF2B5EF4-FFF2-40B4-BE49-F238E27FC236}">
                <a16:creationId xmlns:a16="http://schemas.microsoft.com/office/drawing/2014/main" id="{6DE56060-CE16-4F6C-A5BD-286CFDA6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claims: [observed_failure]  # 只记录本证据能够支持的事实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FC656A60-8C53-4634-B8BE-71FAF958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uncertainty: missing_trace  # 单独记录缺失证据与未知项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1DDE45BA-66DC-4355-9A15-06359339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trust: external_data       # 作为材料读取，不授予指令权限</a:t>
            </a:r>
          </a:p>
        </p:txBody>
      </p:sp>
    </p:spTree>
    <p:extLst>
      <p:ext uri="{BB962C8B-B14F-4D97-AF65-F5344CB8AC3E}">
        <p14:creationId xmlns:p14="http://schemas.microsoft.com/office/powerpoint/2010/main" val="397000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3">
            <a:extLst xmlns:a="http://schemas.openxmlformats.org/drawingml/2006/main">
              <a:ext uri="{FF2B5EF4-FFF2-40B4-BE49-F238E27FC236}">
                <a16:creationId xmlns:a16="http://schemas.microsoft.com/office/drawing/2014/main" id="{4E19B3E5-F9ED-4317-A511-4CAF3D8E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上下文预算示例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576D9DFA-C3F2-4630-B769-D5FA402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32,000 总窗口 − 6,000 输出预留 − 2,000 余量 = 24,000 输入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7F08E72C-E018-4987-A7CA-7CFA307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6810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9864212080405f"/>
          </a:graphicData>
        </a:graphic>
      </p:graphicFrame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C94C4B9C-F206-49C4-AFB2-E18D996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28850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24,000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D5B9B429-E386-4A14-82FB-573334AE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575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本次可用输入 token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ABE652ED-D6DE-4667-92CA-A9607149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95725"/>
            <a:ext cx="3286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先保留输出空间</a:t>
            </a:r>
          </a:p>
          <a:p xmlns:a="http://schemas.openxmlformats.org/drawingml/2006/main">
            <a:pPr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再给证据分配预算</a:t>
            </a:r>
          </a:p>
          <a:p xmlns:a="http://schemas.openxmlformats.org/drawingml/2006/main">
            <a:pPr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最后统计完整请求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27935D64-E993-4583-A167-E6DD5CF4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教学配置，非模型规格。实际计量与额度规则以所用接口为准。</a:t>
            </a:r>
          </a:p>
        </p:txBody>
      </p:sp>
    </p:spTree>
    <p:extLst>
      <p:ext uri="{BB962C8B-B14F-4D97-AF65-F5344CB8AC3E}">
        <p14:creationId xmlns:p14="http://schemas.microsoft.com/office/powerpoint/2010/main" val="465517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70">
            <a:extLst xmlns:a="http://schemas.openxmlformats.org/drawingml/2006/main">
              <a:ext uri="{FF2B5EF4-FFF2-40B4-BE49-F238E27FC236}">
                <a16:creationId xmlns:a16="http://schemas.microsoft.com/office/drawing/2014/main" id="{66B7C50E-4C4D-4930-B625-F7CAF71C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预算不足时的信息优先级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103B2420-6D38-47EF-AB0E-3253D9E6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压缩可恢复的冗余，保留任务必需的信息</a:t>
            </a:r>
          </a:p>
        </p:txBody>
      </p:sp>
      <p:sp>
        <p:nvSpPr>
          <p:cNvPr id="3" name="text-72">
            <a:extLst xmlns:a="http://schemas.openxmlformats.org/drawingml/2006/main">
              <a:ext uri="{FF2B5EF4-FFF2-40B4-BE49-F238E27FC236}">
                <a16:creationId xmlns:a16="http://schemas.microsoft.com/office/drawing/2014/main" id="{8FE9C635-3E40-4466-984E-929BC491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-73">
            <a:extLst xmlns:a="http://schemas.openxmlformats.org/drawingml/2006/main">
              <a:ext uri="{FF2B5EF4-FFF2-40B4-BE49-F238E27FC236}">
                <a16:creationId xmlns:a16="http://schemas.microsoft.com/office/drawing/2014/main" id="{05C99790-58B1-4C0B-898E-282D8F15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74">
            <a:extLst xmlns:a="http://schemas.openxmlformats.org/drawingml/2006/main">
              <a:ext uri="{FF2B5EF4-FFF2-40B4-BE49-F238E27FC236}">
                <a16:creationId xmlns:a16="http://schemas.microsoft.com/office/drawing/2014/main" id="{A8046473-1052-4D4B-BAD8-24A059D5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002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固定保留</a:t>
            </a:r>
          </a:p>
        </p:txBody>
      </p:sp>
      <p:sp>
        <p:nvSpPr>
          <p:cNvPr id="6" name="text-75">
            <a:extLst xmlns:a="http://schemas.openxmlformats.org/drawingml/2006/main">
              <a:ext uri="{FF2B5EF4-FFF2-40B4-BE49-F238E27FC236}">
                <a16:creationId xmlns:a16="http://schemas.microsoft.com/office/drawing/2014/main" id="{33D8AED7-DE3E-4D9A-AF9F-EB406E62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193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任务目标、修改边界、验收要求和关键证据。</a:t>
            </a:r>
          </a:p>
        </p:txBody>
      </p:sp>
      <p:sp>
        <p:nvSpPr>
          <p:cNvPr id="7" name="text-76">
            <a:extLst xmlns:a="http://schemas.openxmlformats.org/drawingml/2006/main">
              <a:ext uri="{FF2B5EF4-FFF2-40B4-BE49-F238E27FC236}">
                <a16:creationId xmlns:a16="http://schemas.microsoft.com/office/drawing/2014/main" id="{2D34A9F9-C33D-4736-82E3-16E6520C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7">
            <a:extLst xmlns:a="http://schemas.openxmlformats.org/drawingml/2006/main">
              <a:ext uri="{FF2B5EF4-FFF2-40B4-BE49-F238E27FC236}">
                <a16:creationId xmlns:a16="http://schemas.microsoft.com/office/drawing/2014/main" id="{0C611887-CBE0-456E-B96C-0B53FBE2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718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优先精简</a:t>
            </a:r>
          </a:p>
        </p:txBody>
      </p:sp>
      <p:sp>
        <p:nvSpPr>
          <p:cNvPr id="9" name="text-78">
            <a:extLst xmlns:a="http://schemas.openxmlformats.org/drawingml/2006/main">
              <a:ext uri="{FF2B5EF4-FFF2-40B4-BE49-F238E27FC236}">
                <a16:creationId xmlns:a16="http://schemas.microsoft.com/office/drawing/2014/main" id="{F1E15ABB-1BE8-4618-8B0D-E525EF0B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909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重复日志、已结束的工具输出、无关对话与过时内容。</a:t>
            </a:r>
          </a:p>
        </p:txBody>
      </p:sp>
      <p:sp>
        <p:nvSpPr>
          <p:cNvPr id="10" name="text-79">
            <a:extLst xmlns:a="http://schemas.openxmlformats.org/drawingml/2006/main">
              <a:ext uri="{FF2B5EF4-FFF2-40B4-BE49-F238E27FC236}">
                <a16:creationId xmlns:a16="http://schemas.microsoft.com/office/drawing/2014/main" id="{51AE73AD-ABFC-4AA2-B8F1-977D4009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80">
            <a:extLst xmlns:a="http://schemas.openxmlformats.org/drawingml/2006/main">
              <a:ext uri="{FF2B5EF4-FFF2-40B4-BE49-F238E27FC236}">
                <a16:creationId xmlns:a16="http://schemas.microsoft.com/office/drawing/2014/main" id="{EE118802-F830-40AA-8748-18F5C223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43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按价值选取</a:t>
            </a:r>
          </a:p>
        </p:txBody>
      </p:sp>
      <p:sp>
        <p:nvSpPr>
          <p:cNvPr id="12" name="text-81">
            <a:extLst xmlns:a="http://schemas.openxmlformats.org/drawingml/2006/main">
              <a:ext uri="{FF2B5EF4-FFF2-40B4-BE49-F238E27FC236}">
                <a16:creationId xmlns:a16="http://schemas.microsoft.com/office/drawing/2014/main" id="{2E881038-BEFE-4F2F-A73C-CDAB98A4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优先选择能补齐问题覆盖的证据，再考虑 token 成本。</a:t>
            </a:r>
          </a:p>
        </p:txBody>
      </p:sp>
      <p:sp>
        <p:nvSpPr>
          <p:cNvPr id="13" name="text-82">
            <a:extLst xmlns:a="http://schemas.openxmlformats.org/drawingml/2006/main">
              <a:ext uri="{FF2B5EF4-FFF2-40B4-BE49-F238E27FC236}">
                <a16:creationId xmlns:a16="http://schemas.microsoft.com/office/drawing/2014/main" id="{77F7E920-4FD4-45D9-8976-3484E1EF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83">
            <a:extLst xmlns:a="http://schemas.openxmlformats.org/drawingml/2006/main">
              <a:ext uri="{FF2B5EF4-FFF2-40B4-BE49-F238E27FC236}">
                <a16:creationId xmlns:a16="http://schemas.microsoft.com/office/drawing/2014/main" id="{7DF2EF5E-81C1-4595-A866-4ACCBB48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149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显式处理溢出</a:t>
            </a:r>
          </a:p>
        </p:txBody>
      </p:sp>
      <p:sp>
        <p:nvSpPr>
          <p:cNvPr id="15" name="text-84">
            <a:extLst xmlns:a="http://schemas.openxmlformats.org/drawingml/2006/main">
              <a:ext uri="{FF2B5EF4-FFF2-40B4-BE49-F238E27FC236}">
                <a16:creationId xmlns:a16="http://schemas.microsoft.com/office/drawing/2014/main" id="{0445BA0C-9E7A-486A-931C-3C5661C8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必需项仍超预算时分解任务或报告缺口，不静默删除。</a:t>
            </a:r>
          </a:p>
        </p:txBody>
      </p:sp>
    </p:spTree>
    <p:extLst>
      <p:ext uri="{BB962C8B-B14F-4D97-AF65-F5344CB8AC3E}">
        <p14:creationId xmlns:p14="http://schemas.microsoft.com/office/powerpoint/2010/main" val="13195485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F8832AE4-3795-4E96-A875-C8DBF29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工具返回值也是上下文设计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68FB965B-CFA0-46F8-B733-87B07FA1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返回足够支持判断的信息，并保留重读原文的入口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A8A2AA01-6A0C-4437-9FE3-B690123E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24075"/>
                <a:gridCol w="5038725"/>
                <a:gridCol w="3810000"/>
              </a:tblGrid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模型本轮需要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完整材料处理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搜索日志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匹配片段、时间范围、总匹配数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保留全文路径和分页入口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运行测试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未知，失败用例与版本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原始报告落盘，必要时重读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读取代码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函数定义、关联行号与代码版本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按需补充调用点及依赖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调用失败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错误类型、原因、是否可重试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区分无匹配、超时和权限不足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88">
            <a:extLst xmlns:a="http://schemas.openxmlformats.org/drawingml/2006/main">
              <a:ext uri="{FF2B5EF4-FFF2-40B4-BE49-F238E27FC236}">
                <a16:creationId xmlns:a16="http://schemas.microsoft.com/office/drawing/2014/main" id="{21B06411-920B-4B6E-BAE8-B15436B3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截断必须标明，空结果必须与执行失败区分。</a:t>
            </a:r>
          </a:p>
        </p:txBody>
      </p:sp>
    </p:spTree>
    <p:extLst>
      <p:ext uri="{BB962C8B-B14F-4D97-AF65-F5344CB8AC3E}">
        <p14:creationId xmlns:p14="http://schemas.microsoft.com/office/powerpoint/2010/main" val="13706130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9">
            <a:extLst xmlns:a="http://schemas.openxmlformats.org/drawingml/2006/main">
              <a:ext uri="{FF2B5EF4-FFF2-40B4-BE49-F238E27FC236}">
                <a16:creationId xmlns:a16="http://schemas.microsoft.com/office/drawing/2014/main" id="{832CCD42-F92C-4F67-9D2D-C576367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工作状态与持久化记忆</a:t>
            </a:r>
          </a:p>
        </p:txBody>
      </p:sp>
      <p:sp>
        <p:nvSpPr>
          <p:cNvPr id="2" name="text-90">
            <a:extLst xmlns:a="http://schemas.openxmlformats.org/drawingml/2006/main">
              <a:ext uri="{FF2B5EF4-FFF2-40B4-BE49-F238E27FC236}">
                <a16:creationId xmlns:a16="http://schemas.microsoft.com/office/drawing/2014/main" id="{7FCAF2AB-A419-453E-8AD2-8F0E08DA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按有效期与用途保存信息，在调用前选择性读取</a:t>
            </a:r>
          </a:p>
        </p:txBody>
      </p:sp>
      <p:sp>
        <p:nvSpPr>
          <p:cNvPr id="3" name="text-91">
            <a:extLst xmlns:a="http://schemas.openxmlformats.org/drawingml/2006/main">
              <a:ext uri="{FF2B5EF4-FFF2-40B4-BE49-F238E27FC236}">
                <a16:creationId xmlns:a16="http://schemas.microsoft.com/office/drawing/2014/main" id="{5F3CC00D-5836-493D-8343-5999B07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381500"/>
                <a:gridCol w="4114800"/>
              </a:tblGrid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更新与失效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当前工作状态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目标、已做步骤、结果、下一步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每轮更新，纠正后覆盖旧结论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项目持久化记忆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稳定约定、接口约束、确认的经验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按版本 / 范围更新，支持删除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外部原始材料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完整日志、规格、代码与报告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作为复核依据，保留版本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本次模型输入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选中的规则、状态与证据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每次调用重新装配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92">
            <a:extLst xmlns:a="http://schemas.openxmlformats.org/drawingml/2006/main">
              <a:ext uri="{FF2B5EF4-FFF2-40B4-BE49-F238E27FC236}">
                <a16:creationId xmlns:a16="http://schemas.microsoft.com/office/drawing/2014/main" id="{B41CC9E3-7A61-46D0-95CB-0788EE9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持久化保存和上下文加载是两个独立步骤。</a:t>
            </a:r>
          </a:p>
        </p:txBody>
      </p:sp>
    </p:spTree>
    <p:extLst>
      <p:ext uri="{BB962C8B-B14F-4D97-AF65-F5344CB8AC3E}">
        <p14:creationId xmlns:p14="http://schemas.microsoft.com/office/powerpoint/2010/main" val="679357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CAF95800-7F7A-44FD-8CD2-43A4FF1F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压缩历史时的保留规则</a:t>
            </a:r>
          </a:p>
        </p:txBody>
      </p:sp>
      <p:sp>
        <p:nvSpPr>
          <p:cNvPr id="2" name="text-94">
            <a:extLst xmlns:a="http://schemas.openxmlformats.org/drawingml/2006/main">
              <a:ext uri="{FF2B5EF4-FFF2-40B4-BE49-F238E27FC236}">
                <a16:creationId xmlns:a16="http://schemas.microsoft.com/office/drawing/2014/main" id="{C57C375D-8056-4B4B-813E-696E95A4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摘要需要延续任务状态，并保留关键不确定性</a:t>
            </a:r>
          </a:p>
        </p:txBody>
      </p:sp>
      <p:sp>
        <p:nvSpPr>
          <p:cNvPr id="3" name="text-95">
            <a:extLst xmlns:a="http://schemas.openxmlformats.org/drawingml/2006/main">
              <a:ext uri="{FF2B5EF4-FFF2-40B4-BE49-F238E27FC236}">
                <a16:creationId xmlns:a16="http://schemas.microsoft.com/office/drawing/2014/main" id="{4AC5FB2A-89AC-4F7B-888F-9972E5B7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05300"/>
                <a:gridCol w="6667500"/>
              </a:tblGrid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历史内容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压缩后的形式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多个重复搜索与大段日志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本轮发现 + 关键片段 + 原始路径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已尝试但无效的修改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尝试内容 + 对应版本 + 检查结果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被证据排除的怀疑点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排除条件 + 适用范围 + 证据编号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待验证猜测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明确标记“假设”，附缺失检查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当前任务进度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 / 待完成 / 下一步 / 约束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815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96">
            <a:extLst xmlns:a="http://schemas.openxmlformats.org/drawingml/2006/main">
              <a:ext uri="{FF2B5EF4-FFF2-40B4-BE49-F238E27FC236}">
                <a16:creationId xmlns:a16="http://schemas.microsoft.com/office/drawing/2014/main" id="{FA3B6826-8BBB-4D25-971C-31449F06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上下文的信任边界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BF712D71-B1B5-42DC-9DAD-D767D0A1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外部材料的内容不能自行改变宿主授权和任务规则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518BD708-5F95-4069-A6BA-E580E374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DFF6449F-A6F3-4926-8AA9-5F5F1D7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A637467A-8E15-454F-847C-A8EABED8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193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分开传递指令与数据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95F685AA-4E41-4BFF-9370-8F910D49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检索片段和日志标记为外部数据，保留定位与版本。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076DFBBC-E13A-4464-9E05-D5D3BB2B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BDFE487A-C1FF-4485-A916-140DEEC6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8132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由宿主执行权限检查</a:t>
            </a:r>
          </a:p>
        </p:txBody>
      </p:sp>
      <p:sp>
        <p:nvSpPr>
          <p:cNvPr id="9" name="text-104">
            <a:extLst xmlns:a="http://schemas.openxmlformats.org/drawingml/2006/main">
              <a:ext uri="{FF2B5EF4-FFF2-40B4-BE49-F238E27FC236}">
                <a16:creationId xmlns:a16="http://schemas.microsoft.com/office/drawing/2014/main" id="{661076C1-7D65-4361-978D-1F83CCA7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身份、访问范围和工具写权限由程序验证。</a:t>
            </a:r>
          </a:p>
        </p:txBody>
      </p:sp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AF641843-B3C1-4A70-BE03-850824D8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6">
            <a:extLst xmlns:a="http://schemas.openxmlformats.org/drawingml/2006/main">
              <a:ext uri="{FF2B5EF4-FFF2-40B4-BE49-F238E27FC236}">
                <a16:creationId xmlns:a16="http://schemas.microsoft.com/office/drawing/2014/main" id="{E0F94824-80D8-4DF1-8621-DF2C535E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43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显式处理冲突</a:t>
            </a:r>
          </a:p>
        </p:txBody>
      </p:sp>
      <p:sp>
        <p:nvSpPr>
          <p:cNvPr id="12" name="text-107">
            <a:extLst xmlns:a="http://schemas.openxmlformats.org/drawingml/2006/main">
              <a:ext uri="{FF2B5EF4-FFF2-40B4-BE49-F238E27FC236}">
                <a16:creationId xmlns:a16="http://schemas.microsoft.com/office/drawing/2014/main" id="{5FB605F1-66B6-44B9-BC35-423D19AB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对冲突规格与过期记忆标明差异，核对当前适用版本。</a:t>
            </a:r>
          </a:p>
        </p:txBody>
      </p:sp>
      <p:sp>
        <p:nvSpPr>
          <p:cNvPr id="13" name="text-108">
            <a:extLst xmlns:a="http://schemas.openxmlformats.org/drawingml/2006/main">
              <a:ext uri="{FF2B5EF4-FFF2-40B4-BE49-F238E27FC236}">
                <a16:creationId xmlns:a16="http://schemas.microsoft.com/office/drawing/2014/main" id="{F2700242-54C6-4EC2-AB44-94F99F76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09">
            <a:extLst xmlns:a="http://schemas.openxmlformats.org/drawingml/2006/main">
              <a:ext uri="{FF2B5EF4-FFF2-40B4-BE49-F238E27FC236}">
                <a16:creationId xmlns:a16="http://schemas.microsoft.com/office/drawing/2014/main" id="{EB1E490D-6EF4-4B35-A082-9492439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053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控制跨任务传播</a:t>
            </a:r>
          </a:p>
        </p:txBody>
      </p:sp>
      <p:sp>
        <p:nvSpPr>
          <p:cNvPr id="15" name="text-110">
            <a:extLst xmlns:a="http://schemas.openxmlformats.org/drawingml/2006/main">
              <a:ext uri="{FF2B5EF4-FFF2-40B4-BE49-F238E27FC236}">
                <a16:creationId xmlns:a16="http://schemas.microsoft.com/office/drawing/2014/main" id="{F5B072A7-CEEF-4CEE-BE6F-02CE8BB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2447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不同任务只共享必要结果，避免无关或敏感材料混入。</a:t>
            </a:r>
          </a:p>
        </p:txBody>
      </p:sp>
    </p:spTree>
    <p:extLst>
      <p:ext uri="{BB962C8B-B14F-4D97-AF65-F5344CB8AC3E}">
        <p14:creationId xmlns:p14="http://schemas.microsoft.com/office/powerpoint/2010/main" val="1609073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11">
            <a:extLst xmlns:a="http://schemas.openxmlformats.org/drawingml/2006/main">
              <a:ext uri="{FF2B5EF4-FFF2-40B4-BE49-F238E27FC236}">
                <a16:creationId xmlns:a16="http://schemas.microsoft.com/office/drawing/2014/main" id="{AE4C0F00-FBFE-47E7-A98D-BB42F638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长任务中的上下文维护</a:t>
            </a: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D5209776-4118-4B68-90E5-16E2DB0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阶段切换时收敛输入，恢复任务时核对外部状态</a:t>
            </a: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2F7FDE60-2654-44BE-BFE7-72F80AA0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BE0116EA-A9FF-4DE7-90F2-012C707E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52F20052-0364-42A2-8FB7-355698F5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3050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阶段性摘要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951883A3-AC8A-4349-A2B8-449F155E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在检索、实施、验证之间交接目标、证据和未决事项。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4F969C8C-E9F8-4084-83A8-EF7FE9A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5522578B-CEE2-4926-8316-D5EAF07B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4861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任务恢复</a:t>
            </a:r>
          </a:p>
        </p:txBody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A0F42085-3385-4E89-8908-0C35DE3D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重新核对代码版本、配置与测试报告是否仍然适用。</a:t>
            </a:r>
          </a:p>
        </p:txBody>
      </p:sp>
      <p:sp>
        <p:nvSpPr>
          <p:cNvPr id="10" name="text-120">
            <a:extLst xmlns:a="http://schemas.openxmlformats.org/drawingml/2006/main">
              <a:ext uri="{FF2B5EF4-FFF2-40B4-BE49-F238E27FC236}">
                <a16:creationId xmlns:a16="http://schemas.microsoft.com/office/drawing/2014/main" id="{432BED51-966A-4C6F-96A4-BCFCDB5C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21">
            <a:extLst xmlns:a="http://schemas.openxmlformats.org/drawingml/2006/main">
              <a:ext uri="{FF2B5EF4-FFF2-40B4-BE49-F238E27FC236}">
                <a16:creationId xmlns:a16="http://schemas.microsoft.com/office/drawing/2014/main" id="{71760AAF-C361-4032-92C8-9D567A73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6672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必要的子任务隔离</a:t>
            </a:r>
          </a:p>
        </p:txBody>
      </p:sp>
      <p:sp>
        <p:nvSpPr>
          <p:cNvPr id="12" name="text-122">
            <a:extLst xmlns:a="http://schemas.openxmlformats.org/drawingml/2006/main">
              <a:ext uri="{FF2B5EF4-FFF2-40B4-BE49-F238E27FC236}">
                <a16:creationId xmlns:a16="http://schemas.microsoft.com/office/drawing/2014/main" id="{F7606A3C-E209-4074-B560-5AAE08E8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863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每个子任务接收明确边界，返回结果、证据和限制。</a:t>
            </a:r>
          </a:p>
        </p:txBody>
      </p:sp>
    </p:spTree>
    <p:extLst>
      <p:ext uri="{BB962C8B-B14F-4D97-AF65-F5344CB8AC3E}">
        <p14:creationId xmlns:p14="http://schemas.microsoft.com/office/powerpoint/2010/main" val="18064521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0BE8DF75-218A-42F6-8A0E-C6A1B0D6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常见技术的适用范围</a:t>
            </a:r>
          </a:p>
        </p:txBody>
      </p:sp>
      <p:sp>
        <p:nvSpPr>
          <p:cNvPr id="2" name="text-124">
            <a:extLst xmlns:a="http://schemas.openxmlformats.org/drawingml/2006/main">
              <a:ext uri="{FF2B5EF4-FFF2-40B4-BE49-F238E27FC236}">
                <a16:creationId xmlns:a16="http://schemas.microsoft.com/office/drawing/2014/main" id="{ABDBA7FB-5451-443E-BF3D-483FB4BA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窗口、缓存、检索与训练各自解决不同问题</a:t>
            </a:r>
          </a:p>
        </p:txBody>
      </p:sp>
      <p:sp>
        <p:nvSpPr>
          <p:cNvPr id="3" name="text-125">
            <a:extLst xmlns:a="http://schemas.openxmlformats.org/drawingml/2006/main">
              <a:ext uri="{FF2B5EF4-FFF2-40B4-BE49-F238E27FC236}">
                <a16:creationId xmlns:a16="http://schemas.microsoft.com/office/drawing/2014/main" id="{85F9077F-B80D-47E4-8F32-392C1CE3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67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19375"/>
                <a:gridCol w="4381500"/>
                <a:gridCol w="3971925"/>
              </a:tblGrid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能解决的问题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仍需处理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更大的窗口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容纳更长的输入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相关性、冲突、完整性和费用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输入缓存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复用符合条件的重复前缀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缓存规则、更新和输入预算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/ 按需读取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从外部材料取得所需证据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检索覆盖、权限与版本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调整稳定任务行为与表达方式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当前代码、日志等动态事实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126">
            <a:extLst xmlns:a="http://schemas.openxmlformats.org/drawingml/2006/main">
              <a:ext uri="{FF2B5EF4-FFF2-40B4-BE49-F238E27FC236}">
                <a16:creationId xmlns:a16="http://schemas.microsoft.com/office/drawing/2014/main" id="{8A3FBAEA-A11E-45C4-917A-CCE6AF08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上下文质量需要通过自己的任务集验证。</a:t>
            </a:r>
          </a:p>
        </p:txBody>
      </p:sp>
    </p:spTree>
    <p:extLst>
      <p:ext uri="{BB962C8B-B14F-4D97-AF65-F5344CB8AC3E}">
        <p14:creationId xmlns:p14="http://schemas.microsoft.com/office/powerpoint/2010/main" val="655882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B22539B7-2B49-4DA8-8205-EBD8DC3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伪代码：检索与必需项检查</a:t>
            </a:r>
          </a:p>
        </p:txBody>
      </p:sp>
      <p:sp>
        <p:nvSpPr>
          <p:cNvPr id="2" name="text-128">
            <a:extLst xmlns:a="http://schemas.openxmlformats.org/drawingml/2006/main">
              <a:ext uri="{FF2B5EF4-FFF2-40B4-BE49-F238E27FC236}">
                <a16:creationId xmlns:a16="http://schemas.microsoft.com/office/drawing/2014/main" id="{448473D6-5888-4023-8579-7ED822E6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 / 3  先计算输入空间，再确认任务需要哪些证据</a:t>
            </a:r>
          </a:p>
        </p:txBody>
      </p:sp>
      <p:sp>
        <p:nvSpPr>
          <p:cNvPr id="3" name="text-129">
            <a:extLst xmlns:a="http://schemas.openxmlformats.org/drawingml/2006/main">
              <a:ext uri="{FF2B5EF4-FFF2-40B4-BE49-F238E27FC236}">
                <a16:creationId xmlns:a16="http://schemas.microsoft.com/office/drawing/2014/main" id="{10C1AAF2-7643-4D99-B7D8-33BB713B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-130">
            <a:extLst xmlns:a="http://schemas.openxmlformats.org/drawingml/2006/main">
              <a:ext uri="{FF2B5EF4-FFF2-40B4-BE49-F238E27FC236}">
                <a16:creationId xmlns:a16="http://schemas.microsoft.com/office/drawing/2014/main" id="{A0AEF16C-09DF-484C-AB5E-B227260F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function build_context(task, state, limits):  # 构建本轮输入</a:t>
            </a:r>
          </a:p>
        </p:txBody>
      </p:sp>
      <p:sp>
        <p:nvSpPr>
          <p:cNvPr id="5" name="text-131">
            <a:extLst xmlns:a="http://schemas.openxmlformats.org/drawingml/2006/main">
              <a:ext uri="{FF2B5EF4-FFF2-40B4-BE49-F238E27FC236}">
                <a16:creationId xmlns:a16="http://schemas.microsoft.com/office/drawing/2014/main" id="{2856434D-544C-4552-8A33-D1BC85C2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cap = limits.window - limits.output - limits.margin</a:t>
            </a:r>
          </a:p>
        </p:txBody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D5B1CBFB-3387-4742-AFA2-A2BC9BC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fixed = required_inputs(task, state)    # 固定规则与必需状态</a:t>
            </a:r>
          </a:p>
        </p:txBody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DFD12ECB-6910-47D9-B512-C17F6208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raw = scoped_retrieve(task)             # 在授权范围内检索</a:t>
            </a:r>
          </a:p>
        </p:txBody>
      </p:sp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622AADB3-219E-4141-9EB6-88AC0698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valid = check_access_and_version(raw)   # 再核对权限与版本</a:t>
            </a: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E4601B7B-6580-410A-8927-6FC2A959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pool = dedupe_and_rank(valid)           # 去重并按任务重排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85DA7144-B00A-4485-A564-6BE88E5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must = must_select(pool, task)          # 挑选关键证据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8A435EEE-54A6-4185-9D85-7193D6C1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required_gap(task, must):            # 证据不足时报告缺口</a:t>
            </a:r>
          </a:p>
        </p:txBody>
      </p:sp>
      <p:sp>
        <p:nvSpPr>
          <p:cNvPr id="12" name="text-138">
            <a:extLst xmlns:a="http://schemas.openxmlformats.org/drawingml/2006/main">
              <a:ext uri="{FF2B5EF4-FFF2-40B4-BE49-F238E27FC236}">
                <a16:creationId xmlns:a16="http://schemas.microsoft.com/office/drawing/2014/main" id="{83B5F294-0484-48B3-BB6A-4C22A43A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return NEED_MORE(required_gap(task, must))</a:t>
            </a:r>
          </a:p>
        </p:txBody>
      </p:sp>
      <p:sp>
        <p:nvSpPr>
          <p:cNvPr id="13" name="text-139">
            <a:extLst xmlns:a="http://schemas.openxmlformats.org/drawingml/2006/main">
              <a:ext uri="{FF2B5EF4-FFF2-40B4-BE49-F238E27FC236}">
                <a16:creationId xmlns:a16="http://schemas.microsoft.com/office/drawing/2014/main" id="{ED21DF1B-687C-4736-B6EF-3D89B4E8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request = serialize(fixed, must)        # 统计完整请求形式</a:t>
            </a:r>
          </a:p>
        </p:txBody>
      </p:sp>
      <p:sp>
        <p:nvSpPr>
          <p:cNvPr id="14" name="text-140">
            <a:extLst xmlns:a="http://schemas.openxmlformats.org/drawingml/2006/main">
              <a:ext uri="{FF2B5EF4-FFF2-40B4-BE49-F238E27FC236}">
                <a16:creationId xmlns:a16="http://schemas.microsoft.com/office/drawing/2014/main" id="{932F7FFD-52B2-43BB-94E9-3EE44F0C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tokens(request) &gt; cap:               # 不丢弃必需信息</a:t>
            </a:r>
          </a:p>
        </p:txBody>
      </p:sp>
      <p:sp>
        <p:nvSpPr>
          <p:cNvPr id="15" name="text-141">
            <a:extLst xmlns:a="http://schemas.openxmlformats.org/drawingml/2006/main">
              <a:ext uri="{FF2B5EF4-FFF2-40B4-BE49-F238E27FC236}">
                <a16:creationId xmlns:a16="http://schemas.microsoft.com/office/drawing/2014/main" id="{6B6437E7-6C91-4287-939D-4B1F8C5C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return NEED_SPLIT                   # 改为分步处理</a:t>
            </a:r>
          </a:p>
        </p:txBody>
      </p:sp>
    </p:spTree>
    <p:extLst>
      <p:ext uri="{BB962C8B-B14F-4D97-AF65-F5344CB8AC3E}">
        <p14:creationId xmlns:p14="http://schemas.microsoft.com/office/powerpoint/2010/main" val="16727400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42">
            <a:extLst xmlns:a="http://schemas.openxmlformats.org/drawingml/2006/main">
              <a:ext uri="{FF2B5EF4-FFF2-40B4-BE49-F238E27FC236}">
                <a16:creationId xmlns:a16="http://schemas.microsoft.com/office/drawing/2014/main" id="{80E462C0-CC58-497B-915F-73EC221B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伪代码：按预算组装请求</a:t>
            </a:r>
          </a:p>
        </p:txBody>
      </p:sp>
      <p:sp>
        <p:nvSpPr>
          <p:cNvPr id="2" name="text-143">
            <a:extLst xmlns:a="http://schemas.openxmlformats.org/drawingml/2006/main">
              <a:ext uri="{FF2B5EF4-FFF2-40B4-BE49-F238E27FC236}">
                <a16:creationId xmlns:a16="http://schemas.microsoft.com/office/drawing/2014/main" id="{B678F10E-ED2B-4E99-861C-F5F86DA7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 / 3  逐项试装，核对消息协议后才调用模型</a:t>
            </a:r>
          </a:p>
        </p:txBody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8A905422-8970-40F6-B367-8CD6135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BDA369D2-C44F-48FA-8D3B-E27DA428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for item in optional_items(pool, must): # 逐项补充可选证据</a:t>
            </a:r>
          </a:p>
        </p:txBody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DFE11E83-45F7-48C1-B8F4-3FEC5E80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part = bounded_excerpt(item)       # 保留相关片段和定位</a:t>
            </a:r>
          </a:p>
        </p:txBody>
      </p:sp>
      <p:sp>
        <p:nvSpPr>
          <p:cNvPr id="6" name="text-147">
            <a:extLst xmlns:a="http://schemas.openxmlformats.org/drawingml/2006/main">
              <a:ext uri="{FF2B5EF4-FFF2-40B4-BE49-F238E27FC236}">
                <a16:creationId xmlns:a16="http://schemas.microsoft.com/office/drawing/2014/main" id="{278B99B1-E7F7-4505-A1A7-8725368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trial = append_as_data(request, part)</a:t>
            </a:r>
          </a:p>
        </p:txBody>
      </p:sp>
      <p:sp>
        <p:nvSpPr>
          <p:cNvPr id="7" name="text-148">
            <a:extLst xmlns:a="http://schemas.openxmlformats.org/drawingml/2006/main">
              <a:ext uri="{FF2B5EF4-FFF2-40B4-BE49-F238E27FC236}">
                <a16:creationId xmlns:a16="http://schemas.microsoft.com/office/drawing/2014/main" id="{A7A12C06-4629-461F-9E7C-625E3F28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if tokens(trial) &lt;= cap:           # 按完整请求判断预算</a:t>
            </a:r>
          </a:p>
        </p:txBody>
      </p:sp>
      <p:sp>
        <p:nvSpPr>
          <p:cNvPr id="8" name="text-149">
            <a:extLst xmlns:a="http://schemas.openxmlformats.org/drawingml/2006/main">
              <a:ext uri="{FF2B5EF4-FFF2-40B4-BE49-F238E27FC236}">
                <a16:creationId xmlns:a16="http://schemas.microsoft.com/office/drawing/2014/main" id="{8A0959E1-48D8-4C44-8E94-647C902A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    request = trial                # 放得下才接受该项</a:t>
            </a:r>
          </a:p>
        </p:txBody>
      </p:sp>
      <p:sp>
        <p:nvSpPr>
          <p:cNvPr id="9" name="text-150">
            <a:extLst xmlns:a="http://schemas.openxmlformats.org/drawingml/2006/main">
              <a:ext uri="{FF2B5EF4-FFF2-40B4-BE49-F238E27FC236}">
                <a16:creationId xmlns:a16="http://schemas.microsoft.com/office/drawing/2014/main" id="{485789D6-CC0D-4A7D-943D-0154E92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not valid_message_contract(request): # 检查工具消息配对</a:t>
            </a:r>
          </a:p>
        </p:txBody>
      </p:sp>
      <p:sp>
        <p:nvSpPr>
          <p:cNvPr id="10" name="text-151">
            <a:extLst xmlns:a="http://schemas.openxmlformats.org/drawingml/2006/main">
              <a:ext uri="{FF2B5EF4-FFF2-40B4-BE49-F238E27FC236}">
                <a16:creationId xmlns:a16="http://schemas.microsoft.com/office/drawing/2014/main" id="{874CAB96-D12F-4547-B01E-252A8D5D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return INVALID_CONTEXT             # 修复结构再调用</a:t>
            </a:r>
          </a:p>
        </p:txBody>
      </p:sp>
      <p:sp>
        <p:nvSpPr>
          <p:cNvPr id="11" name="text-152">
            <a:extLst xmlns:a="http://schemas.openxmlformats.org/drawingml/2006/main">
              <a:ext uri="{FF2B5EF4-FFF2-40B4-BE49-F238E27FC236}">
                <a16:creationId xmlns:a16="http://schemas.microsoft.com/office/drawing/2014/main" id="{844382B6-D6CF-4166-951B-45E134AF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assert required_fields_present(request) # 必需项不能消失</a:t>
            </a:r>
          </a:p>
        </p:txBody>
      </p:sp>
      <p:sp>
        <p:nvSpPr>
          <p:cNvPr id="12" name="text-153">
            <a:extLst xmlns:a="http://schemas.openxmlformats.org/drawingml/2006/main">
              <a:ext uri="{FF2B5EF4-FFF2-40B4-BE49-F238E27FC236}">
                <a16:creationId xmlns:a16="http://schemas.microsoft.com/office/drawing/2014/main" id="{58A7A21C-557F-44B2-BB65-CFF27AB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assert tokens(request) &lt;= cap           # 最终预算复核</a:t>
            </a:r>
          </a:p>
        </p:txBody>
      </p:sp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3AE332C8-134C-4706-912B-352409E3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return READY(request)                   # 交给宿主发起调用</a:t>
            </a:r>
          </a:p>
        </p:txBody>
      </p:sp>
      <p:sp>
        <p:nvSpPr>
          <p:cNvPr id="14" name="text-155">
            <a:extLst xmlns:a="http://schemas.openxmlformats.org/drawingml/2006/main">
              <a:ext uri="{FF2B5EF4-FFF2-40B4-BE49-F238E27FC236}">
                <a16:creationId xmlns:a16="http://schemas.microsoft.com/office/drawing/2014/main" id="{E3EA937A-3D48-4815-9379-384334F7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tokens 使用目标模型的计数方式，并包含工具定义与封装开销</a:t>
            </a:r>
          </a:p>
        </p:txBody>
      </p:sp>
    </p:spTree>
    <p:extLst>
      <p:ext uri="{BB962C8B-B14F-4D97-AF65-F5344CB8AC3E}">
        <p14:creationId xmlns:p14="http://schemas.microsoft.com/office/powerpoint/2010/main" val="14596152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56">
            <a:extLst xmlns:a="http://schemas.openxmlformats.org/drawingml/2006/main">
              <a:ext uri="{FF2B5EF4-FFF2-40B4-BE49-F238E27FC236}">
                <a16:creationId xmlns:a16="http://schemas.microsoft.com/office/drawing/2014/main" id="{128042FF-D51B-4A1C-9976-FF8525E1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伪代码：调用后更新状态</a:t>
            </a:r>
          </a:p>
        </p:txBody>
      </p:sp>
      <p:sp>
        <p:nvSpPr>
          <p:cNvPr id="2" name="text-157">
            <a:extLst xmlns:a="http://schemas.openxmlformats.org/drawingml/2006/main">
              <a:ext uri="{FF2B5EF4-FFF2-40B4-BE49-F238E27FC236}">
                <a16:creationId xmlns:a16="http://schemas.microsoft.com/office/drawing/2014/main" id="{7CCA2AA0-A71C-42FE-8494-1EA475B9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3 / 3  保存实际结果，保持事实、假设与未知项分离</a:t>
            </a:r>
          </a:p>
        </p:txBody>
      </p:sp>
      <p:sp>
        <p:nvSpPr>
          <p:cNvPr id="3" name="text-158">
            <a:extLst xmlns:a="http://schemas.openxmlformats.org/drawingml/2006/main">
              <a:ext uri="{FF2B5EF4-FFF2-40B4-BE49-F238E27FC236}">
                <a16:creationId xmlns:a16="http://schemas.microsoft.com/office/drawing/2014/main" id="{8CD509C3-CDD3-40F6-900A-618BB93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159">
            <a:extLst xmlns:a="http://schemas.openxmlformats.org/drawingml/2006/main">
              <a:ext uri="{FF2B5EF4-FFF2-40B4-BE49-F238E27FC236}">
                <a16:creationId xmlns:a16="http://schemas.microsoft.com/office/drawing/2014/main" id="{82549686-7DB9-4190-B14D-6CB4785E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function update_state(state, result):        # 每轮结束后调用</a:t>
            </a:r>
          </a:p>
        </p:txBody>
      </p:sp>
      <p:sp>
        <p:nvSpPr>
          <p:cNvPr id="5" name="text-160">
            <a:extLst xmlns:a="http://schemas.openxmlformats.org/drawingml/2006/main">
              <a:ext uri="{FF2B5EF4-FFF2-40B4-BE49-F238E27FC236}">
                <a16:creationId xmlns:a16="http://schemas.microsoft.com/office/drawing/2014/main" id="{F2325C09-F8FF-4D3D-8766-37B517FB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trace = save_raw_result(result)          # 原始记录先落盘</a:t>
            </a:r>
          </a:p>
        </p:txBody>
      </p:sp>
      <p:sp>
        <p:nvSpPr>
          <p:cNvPr id="6" name="text-161">
            <a:extLst xmlns:a="http://schemas.openxmlformats.org/drawingml/2006/main">
              <a:ext uri="{FF2B5EF4-FFF2-40B4-BE49-F238E27FC236}">
                <a16:creationId xmlns:a16="http://schemas.microsoft.com/office/drawing/2014/main" id="{DBB6B8C0-32F1-4376-96D7-EEA9039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facts = verified_observations(result)    # 只取实际观察结果</a:t>
            </a:r>
          </a:p>
        </p:txBody>
      </p:sp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B6890D0E-7707-442F-9945-6699B51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next = merge_progress(state, facts)      # 更新进展与未知项</a:t>
            </a:r>
          </a:p>
        </p:txBody>
      </p:sp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47413BF7-5CD0-4D9A-8B99-0AA227CC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merge_hypotheses(next, result)           # 保留未决假设再合并</a:t>
            </a:r>
          </a:p>
        </p:txBody>
      </p:sp>
      <p:sp>
        <p:nvSpPr>
          <p:cNvPr id="9" name="text-164">
            <a:extLst xmlns:a="http://schemas.openxmlformats.org/drawingml/2006/main">
              <a:ext uri="{FF2B5EF4-FFF2-40B4-BE49-F238E27FC236}">
                <a16:creationId xmlns:a16="http://schemas.microsoft.com/office/drawing/2014/main" id="{89DEE0E2-2D33-4E37-BCE9-8DABF6A6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merge_evidence(next, trace)              # 保留旧证据并关联新记录</a:t>
            </a:r>
          </a:p>
        </p:txBody>
      </p:sp>
      <p:sp>
        <p:nvSpPr>
          <p:cNvPr id="10" name="text-165">
            <a:extLst xmlns:a="http://schemas.openxmlformats.org/drawingml/2006/main">
              <a:ext uri="{FF2B5EF4-FFF2-40B4-BE49-F238E27FC236}">
                <a16:creationId xmlns:a16="http://schemas.microsoft.com/office/drawing/2014/main" id="{CCA2DA1B-5378-4A9A-9B0A-DEF7A937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summary_needed(next):                # 达到压缩触发条件</a:t>
            </a:r>
          </a:p>
        </p:txBody>
      </p:sp>
      <p:sp>
        <p:nvSpPr>
          <p:cNvPr id="11" name="text-166">
            <a:extLst xmlns:a="http://schemas.openxmlformats.org/drawingml/2006/main">
              <a:ext uri="{FF2B5EF4-FFF2-40B4-BE49-F238E27FC236}">
                <a16:creationId xmlns:a16="http://schemas.microsoft.com/office/drawing/2014/main" id="{2C9CAA46-D1B8-4B9A-A51B-AE681727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brief = summarize_with_invariants(next)</a:t>
            </a:r>
          </a:p>
        </p:txBody>
      </p:sp>
      <p:sp>
        <p:nvSpPr>
          <p:cNvPr id="12" name="text-167">
            <a:extLst xmlns:a="http://schemas.openxmlformats.org/drawingml/2006/main">
              <a:ext uri="{FF2B5EF4-FFF2-40B4-BE49-F238E27FC236}">
                <a16:creationId xmlns:a16="http://schemas.microsoft.com/office/drawing/2014/main" id="{C6418DA5-509C-401D-BAE2-DCF09444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assert preserves_required(next, brief) # 核对约束与未决项</a:t>
            </a:r>
          </a:p>
        </p:txBody>
      </p:sp>
      <p:sp>
        <p:nvSpPr>
          <p:cNvPr id="13" name="text-168">
            <a:extLst xmlns:a="http://schemas.openxmlformats.org/drawingml/2006/main">
              <a:ext uri="{FF2B5EF4-FFF2-40B4-BE49-F238E27FC236}">
                <a16:creationId xmlns:a16="http://schemas.microsoft.com/office/drawing/2014/main" id="{E3CB0658-C8A9-4261-A0F0-259853AF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next = brief                        # 通过检查再使用摘要</a:t>
            </a:r>
          </a:p>
        </p:txBody>
      </p:sp>
      <p:sp>
        <p:nvSpPr>
          <p:cNvPr id="14" name="text-169">
            <a:extLst xmlns:a="http://schemas.openxmlformats.org/drawingml/2006/main">
              <a:ext uri="{FF2B5EF4-FFF2-40B4-BE49-F238E27FC236}">
                <a16:creationId xmlns:a16="http://schemas.microsoft.com/office/drawing/2014/main" id="{6F0F4B28-9DEB-4830-BAB3-E31FE45B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atomic_save(next)                       # 完整写入后替换旧状态</a:t>
            </a:r>
          </a:p>
        </p:txBody>
      </p:sp>
      <p:sp>
        <p:nvSpPr>
          <p:cNvPr id="15" name="text-170">
            <a:extLst xmlns:a="http://schemas.openxmlformats.org/drawingml/2006/main">
              <a:ext uri="{FF2B5EF4-FFF2-40B4-BE49-F238E27FC236}">
                <a16:creationId xmlns:a16="http://schemas.microsoft.com/office/drawing/2014/main" id="{5EC64F27-D04D-49AF-8A33-E25B9233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return next                             # 下一轮仍需重新装配</a:t>
            </a:r>
          </a:p>
        </p:txBody>
      </p:sp>
    </p:spTree>
    <p:extLst>
      <p:ext uri="{BB962C8B-B14F-4D97-AF65-F5344CB8AC3E}">
        <p14:creationId xmlns:p14="http://schemas.microsoft.com/office/powerpoint/2010/main" val="12681661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71">
            <a:extLst xmlns:a="http://schemas.openxmlformats.org/drawingml/2006/main">
              <a:ext uri="{FF2B5EF4-FFF2-40B4-BE49-F238E27FC236}">
                <a16:creationId xmlns:a16="http://schemas.microsoft.com/office/drawing/2014/main" id="{B23BF779-5B8A-4A11-9AA5-04010262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教学案例：FreeRTOS 下 UART 接收异常</a:t>
            </a:r>
          </a:p>
        </p:txBody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CD126A55-DA77-4609-8698-813A5FE2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教学假设：连续接收时偶发帧缺失，具体根因尚未确认</a:t>
            </a:r>
          </a:p>
        </p:txBody>
      </p:sp>
      <p:sp>
        <p:nvSpPr>
          <p:cNvPr id="3" name="text-173">
            <a:extLst xmlns:a="http://schemas.openxmlformats.org/drawingml/2006/main">
              <a:ext uri="{FF2B5EF4-FFF2-40B4-BE49-F238E27FC236}">
                <a16:creationId xmlns:a16="http://schemas.microsoft.com/office/drawing/2014/main" id="{1D901C9E-FF40-437E-AD07-57F4CC2A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305800"/>
              </a:tblGrid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问题边界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需要补齐的内容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芯片与板卡版本、FreeRTOS 配置、编译选项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波特率、帧格式、负载、复现步骤及出现频率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接收链路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中断 / DMA、缓冲区、任务间交接与解析接口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判断依据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原始字节流、时间戳、计数器和对应代码版本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本次输出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候选原因、证据缺口、验证步骤及允许修改范围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634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74">
            <a:extLst xmlns:a="http://schemas.openxmlformats.org/drawingml/2006/main">
              <a:ext uri="{FF2B5EF4-FFF2-40B4-BE49-F238E27FC236}">
                <a16:creationId xmlns:a16="http://schemas.microsoft.com/office/drawing/2014/main" id="{A6493013-7089-4B0F-8395-52E4F4D7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案例中的分阶段上下文</a:t>
            </a:r>
          </a:p>
        </p:txBody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15E92B30-FFC8-4D45-9F49-518450D9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当前问题变化时，输入材料也随之调整</a:t>
            </a:r>
          </a:p>
        </p:txBody>
      </p:sp>
      <p:sp>
        <p:nvSpPr>
          <p:cNvPr id="3" name="text-176">
            <a:extLst xmlns:a="http://schemas.openxmlformats.org/drawingml/2006/main">
              <a:ext uri="{FF2B5EF4-FFF2-40B4-BE49-F238E27FC236}">
                <a16:creationId xmlns:a16="http://schemas.microsoft.com/office/drawing/2014/main" id="{B4A1EF8E-1CAC-4F43-9D8C-DDDC97E5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857750"/>
                <a:gridCol w="3543300"/>
              </a:tblGrid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当前问题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本轮输入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下一步依据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如何复现？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环境、输入条件、现象描述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可执行的复现步骤与缺口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字节在哪丢失？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接收链路代码、分段计数、时间线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链路各段的实际观察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解析是否符合规格？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协议规格、解析状态与失败输入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边界用例和解析结果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修改是否有效？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代码差异、验收条件、当前测试报告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22CC7F2D-3477-412B-ABAC-B27A44A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阶段名称描述排查目标，不能替代真实证据。</a:t>
            </a:r>
          </a:p>
        </p:txBody>
      </p:sp>
    </p:spTree>
    <p:extLst>
      <p:ext uri="{BB962C8B-B14F-4D97-AF65-F5344CB8AC3E}">
        <p14:creationId xmlns:p14="http://schemas.microsoft.com/office/powerpoint/2010/main" val="3252348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78">
            <a:extLst xmlns:a="http://schemas.openxmlformats.org/drawingml/2006/main">
              <a:ext uri="{FF2B5EF4-FFF2-40B4-BE49-F238E27FC236}">
                <a16:creationId xmlns:a16="http://schemas.microsoft.com/office/drawing/2014/main" id="{1936D518-F836-436D-9DC3-651A370A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案例中的怀疑点与验证方法</a:t>
            </a:r>
          </a:p>
        </p:txBody>
      </p:sp>
      <p:sp>
        <p:nvSpPr>
          <p:cNvPr id="2" name="text-179">
            <a:extLst xmlns:a="http://schemas.openxmlformats.org/drawingml/2006/main">
              <a:ext uri="{FF2B5EF4-FFF2-40B4-BE49-F238E27FC236}">
                <a16:creationId xmlns:a16="http://schemas.microsoft.com/office/drawing/2014/main" id="{3D25C4E4-EDE9-433E-A6B7-CC17332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以下均为待验证方向，不能当作已确认根因</a:t>
            </a:r>
          </a:p>
        </p:txBody>
      </p:sp>
      <p:sp>
        <p:nvSpPr>
          <p:cNvPr id="3" name="text-180">
            <a:extLst xmlns:a="http://schemas.openxmlformats.org/drawingml/2006/main">
              <a:ext uri="{FF2B5EF4-FFF2-40B4-BE49-F238E27FC236}">
                <a16:creationId xmlns:a16="http://schemas.microsoft.com/office/drawing/2014/main" id="{1B0BF3C8-5B33-453F-9FEF-B4E2099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4210050"/>
                <a:gridCol w="4105275"/>
              </a:tblGrid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候选原因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需要的证据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待执行验证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缓冲区复用或覆盖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缓冲区生命周期、读写位置、时间线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记录生产与消费边界，核对所有权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任务处理不及时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队列状态、返回值、调度与负载记录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测量积压与处理延迟，改变负载对比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协议解析状态错误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协议规格、原始字节流、解析状态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主机回放分片 / 连帧 / 异常输入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181">
            <a:extLst xmlns:a="http://schemas.openxmlformats.org/drawingml/2006/main">
              <a:ext uri="{FF2B5EF4-FFF2-40B4-BE49-F238E27FC236}">
                <a16:creationId xmlns:a16="http://schemas.microsoft.com/office/drawing/2014/main" id="{4CCF316C-5C98-4E83-BA09-68B7729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每个怀疑点都需要可区分原因的检查，避免只凭常见经验修改。</a:t>
            </a:r>
          </a:p>
        </p:txBody>
      </p:sp>
    </p:spTree>
    <p:extLst>
      <p:ext uri="{BB962C8B-B14F-4D97-AF65-F5344CB8AC3E}">
        <p14:creationId xmlns:p14="http://schemas.microsoft.com/office/powerpoint/2010/main" val="8017373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82">
            <a:extLst xmlns:a="http://schemas.openxmlformats.org/drawingml/2006/main">
              <a:ext uri="{FF2B5EF4-FFF2-40B4-BE49-F238E27FC236}">
                <a16:creationId xmlns:a16="http://schemas.microsoft.com/office/drawing/2014/main" id="{04449194-8229-4861-97DE-FEB8674C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排障输出中的证据与验证边界</a:t>
            </a:r>
          </a:p>
        </p:txBody>
      </p:sp>
      <p:sp>
        <p:nvSpPr>
          <p:cNvPr id="2" name="text-183">
            <a:extLst xmlns:a="http://schemas.openxmlformats.org/drawingml/2006/main">
              <a:ext uri="{FF2B5EF4-FFF2-40B4-BE49-F238E27FC236}">
                <a16:creationId xmlns:a16="http://schemas.microsoft.com/office/drawing/2014/main" id="{A68CBE3F-76EE-457F-AC40-3FF898AC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每条结论关联材料，明确已经完成与尚未执行的检查</a:t>
            </a:r>
          </a:p>
        </p:txBody>
      </p:sp>
      <p:sp>
        <p:nvSpPr>
          <p:cNvPr id="3" name="text-184">
            <a:extLst xmlns:a="http://schemas.openxmlformats.org/drawingml/2006/main">
              <a:ext uri="{FF2B5EF4-FFF2-40B4-BE49-F238E27FC236}">
                <a16:creationId xmlns:a16="http://schemas.microsoft.com/office/drawing/2014/main" id="{4A526490-C6B0-4D5D-ABF9-515EBF82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text-185">
            <a:extLst xmlns:a="http://schemas.openxmlformats.org/drawingml/2006/main">
              <a:ext uri="{FF2B5EF4-FFF2-40B4-BE49-F238E27FC236}">
                <a16:creationId xmlns:a16="http://schemas.microsoft.com/office/drawing/2014/main" id="{501ECD04-5BC7-4143-863E-ED35ACA6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主机侧检查</a:t>
            </a:r>
          </a:p>
        </p:txBody>
      </p:sp>
      <p:sp>
        <p:nvSpPr>
          <p:cNvPr id="5" name="text-186">
            <a:extLst xmlns:a="http://schemas.openxmlformats.org/drawingml/2006/main">
              <a:ext uri="{FF2B5EF4-FFF2-40B4-BE49-F238E27FC236}">
                <a16:creationId xmlns:a16="http://schemas.microsoft.com/office/drawing/2014/main" id="{04EBDB96-4A14-45CE-A638-17C00137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协议分片与连续帧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长度、CRC 与边界输入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解析状态与内存访问</a:t>
            </a:r>
          </a:p>
        </p:txBody>
      </p:sp>
      <p:sp>
        <p:nvSpPr>
          <p:cNvPr id="6" name="text-187">
            <a:extLst xmlns:a="http://schemas.openxmlformats.org/drawingml/2006/main">
              <a:ext uri="{FF2B5EF4-FFF2-40B4-BE49-F238E27FC236}">
                <a16:creationId xmlns:a16="http://schemas.microsoft.com/office/drawing/2014/main" id="{139EBB22-FB3D-43E3-820F-48DB6B3B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板端检查</a:t>
            </a:r>
          </a:p>
        </p:txBody>
      </p:sp>
      <p:sp>
        <p:nvSpPr>
          <p:cNvPr id="7" name="text-188">
            <a:extLst xmlns:a="http://schemas.openxmlformats.org/drawingml/2006/main">
              <a:ext uri="{FF2B5EF4-FFF2-40B4-BE49-F238E27FC236}">
                <a16:creationId xmlns:a16="http://schemas.microsoft.com/office/drawing/2014/main" id="{E4C3709E-EDA0-484F-BA3A-3050EB0F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接收链路与缓冲区时序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调度负载与任务交接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持续接收及复位恢复</a:t>
            </a:r>
          </a:p>
        </p:txBody>
      </p:sp>
      <p:sp>
        <p:nvSpPr>
          <p:cNvPr id="8" name="text-189">
            <a:extLst xmlns:a="http://schemas.openxmlformats.org/drawingml/2006/main">
              <a:ext uri="{FF2B5EF4-FFF2-40B4-BE49-F238E27FC236}">
                <a16:creationId xmlns:a16="http://schemas.microsoft.com/office/drawing/2014/main" id="{2F75713C-D4B1-417F-B08F-30D12531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本案例未执行任何测试，全部验证项均为教学设计。</a:t>
            </a:r>
          </a:p>
        </p:txBody>
      </p:sp>
    </p:spTree>
    <p:extLst>
      <p:ext uri="{BB962C8B-B14F-4D97-AF65-F5344CB8AC3E}">
        <p14:creationId xmlns:p14="http://schemas.microsoft.com/office/powerpoint/2010/main" val="18989208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90">
            <a:extLst xmlns:a="http://schemas.openxmlformats.org/drawingml/2006/main">
              <a:ext uri="{FF2B5EF4-FFF2-40B4-BE49-F238E27FC236}">
                <a16:creationId xmlns:a16="http://schemas.microsoft.com/office/drawing/2014/main" id="{70632EDC-9576-41F5-9D98-E723A66B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上下文工程的评估指标</a:t>
            </a:r>
          </a:p>
        </p:txBody>
      </p:sp>
      <p:sp>
        <p:nvSpPr>
          <p:cNvPr id="2" name="text-191">
            <a:extLst xmlns:a="http://schemas.openxmlformats.org/drawingml/2006/main">
              <a:ext uri="{FF2B5EF4-FFF2-40B4-BE49-F238E27FC236}">
                <a16:creationId xmlns:a16="http://schemas.microsoft.com/office/drawing/2014/main" id="{002F92FE-0B7B-4D75-9F8E-17363D98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用固定任务集比较效果，同时统计成本与失败类型</a:t>
            </a:r>
          </a:p>
        </p:txBody>
      </p:sp>
      <p:sp>
        <p:nvSpPr>
          <p:cNvPr id="3" name="text-192">
            <a:extLst xmlns:a="http://schemas.openxmlformats.org/drawingml/2006/main">
              <a:ext uri="{FF2B5EF4-FFF2-40B4-BE49-F238E27FC236}">
                <a16:creationId xmlns:a16="http://schemas.microsoft.com/office/drawing/2014/main" id="{8EE095C5-F13D-499D-BCF0-D07D71BE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24075"/>
                <a:gridCol w="4914900"/>
                <a:gridCol w="3933825"/>
              </a:tblGrid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建议记录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验收通过率、严重错误数量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是否完成真实任务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证据质量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必需证据覆盖、过期 / 冲突项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输入是否足以支持结论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资源开销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输出 token、延迟、工具调用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效率是否达到项目目标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恢复能力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摘要后继续任务的成功情况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关键约束和未决项是否保留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稳健性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空检索、超时、冲突和注入场景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异常时是否明确报告和受控停止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0313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93">
            <a:extLst xmlns:a="http://schemas.openxmlformats.org/drawingml/2006/main">
              <a:ext uri="{FF2B5EF4-FFF2-40B4-BE49-F238E27FC236}">
                <a16:creationId xmlns:a16="http://schemas.microsoft.com/office/drawing/2014/main" id="{3EC3FFCA-7B9A-413B-A541-0F853B8A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常见失败及排查顺序</a:t>
            </a:r>
          </a:p>
        </p:txBody>
      </p:sp>
      <p:sp>
        <p:nvSpPr>
          <p:cNvPr id="2" name="text-194">
            <a:extLst xmlns:a="http://schemas.openxmlformats.org/drawingml/2006/main">
              <a:ext uri="{FF2B5EF4-FFF2-40B4-BE49-F238E27FC236}">
                <a16:creationId xmlns:a16="http://schemas.microsoft.com/office/drawing/2014/main" id="{8931EABC-C565-4E53-B207-C49E099C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沿数据链路定位问题，避免只调整提示词措辞</a:t>
            </a:r>
          </a:p>
        </p:txBody>
      </p:sp>
      <p:sp>
        <p:nvSpPr>
          <p:cNvPr id="3" name="text-195">
            <a:extLst xmlns:a="http://schemas.openxmlformats.org/drawingml/2006/main">
              <a:ext uri="{FF2B5EF4-FFF2-40B4-BE49-F238E27FC236}">
                <a16:creationId xmlns:a16="http://schemas.microsoft.com/office/drawing/2014/main" id="{E0E1DF9C-E454-4EF6-89B8-2F8FB739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19400"/>
                <a:gridCol w="4095750"/>
                <a:gridCol w="4057650"/>
              </a:tblGrid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处理方向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回答泛泛而谈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必需材料是否进入输入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补齐任务事实与验收要求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引用过期接口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检索版本与持久化记忆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按当前版本过滤并更新记忆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不断重复已试方法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摘要是否保留尝试结果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保存尝试、结果与适用条件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工具结果误判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截断、空匹配与错误状态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返回明确状态和原文入口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上下文突然溢出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完整请求和工具定义计数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保留余量，明确分步或缺口出口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9660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96">
            <a:extLst xmlns:a="http://schemas.openxmlformats.org/drawingml/2006/main">
              <a:ext uri="{FF2B5EF4-FFF2-40B4-BE49-F238E27FC236}">
                <a16:creationId xmlns:a16="http://schemas.microsoft.com/office/drawing/2014/main" id="{F14C1C53-813C-432D-8EB5-2F4E036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项目中的第一版实现</a:t>
            </a:r>
          </a:p>
        </p:txBody>
      </p:sp>
      <p:sp>
        <p:nvSpPr>
          <p:cNvPr id="2" name="text-197">
            <a:extLst xmlns:a="http://schemas.openxmlformats.org/drawingml/2006/main">
              <a:ext uri="{FF2B5EF4-FFF2-40B4-BE49-F238E27FC236}">
                <a16:creationId xmlns:a16="http://schemas.microsoft.com/office/drawing/2014/main" id="{A98D24E2-8736-4642-A3C4-899838AE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选择一个可复现任务，逐步建立可检查的输入流程</a:t>
            </a:r>
          </a:p>
        </p:txBody>
      </p:sp>
      <p:sp>
        <p:nvSpPr>
          <p:cNvPr id="3" name="text-198">
            <a:extLst xmlns:a="http://schemas.openxmlformats.org/drawingml/2006/main">
              <a:ext uri="{FF2B5EF4-FFF2-40B4-BE49-F238E27FC236}">
                <a16:creationId xmlns:a16="http://schemas.microsoft.com/office/drawing/2014/main" id="{F3C1649B-7BAB-400B-833A-9647AA8B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" name="text-199">
            <a:extLst xmlns:a="http://schemas.openxmlformats.org/drawingml/2006/main">
              <a:ext uri="{FF2B5EF4-FFF2-40B4-BE49-F238E27FC236}">
                <a16:creationId xmlns:a16="http://schemas.microsoft.com/office/drawing/2014/main" id="{D372E329-5DA1-4D7C-AC5E-F39E4F39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200">
            <a:extLst xmlns:a="http://schemas.openxmlformats.org/drawingml/2006/main">
              <a:ext uri="{FF2B5EF4-FFF2-40B4-BE49-F238E27FC236}">
                <a16:creationId xmlns:a16="http://schemas.microsoft.com/office/drawing/2014/main" id="{0F26BB2C-2153-4564-81B4-B1B45AE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193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定义任务契约</a:t>
            </a:r>
          </a:p>
        </p:txBody>
      </p:sp>
      <p:sp>
        <p:nvSpPr>
          <p:cNvPr id="6" name="text-201">
            <a:extLst xmlns:a="http://schemas.openxmlformats.org/drawingml/2006/main">
              <a:ext uri="{FF2B5EF4-FFF2-40B4-BE49-F238E27FC236}">
                <a16:creationId xmlns:a16="http://schemas.microsoft.com/office/drawing/2014/main" id="{8FA675F0-4FCE-472F-A077-7DE38AE7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写清目标、允许范围、必需证据与验收方法。</a:t>
            </a:r>
          </a:p>
        </p:txBody>
      </p:sp>
      <p:sp>
        <p:nvSpPr>
          <p:cNvPr id="7" name="text-202">
            <a:extLst xmlns:a="http://schemas.openxmlformats.org/drawingml/2006/main">
              <a:ext uri="{FF2B5EF4-FFF2-40B4-BE49-F238E27FC236}">
                <a16:creationId xmlns:a16="http://schemas.microsoft.com/office/drawing/2014/main" id="{AF2987FE-78AE-49B1-AA05-754C392B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203">
            <a:extLst xmlns:a="http://schemas.openxmlformats.org/drawingml/2006/main">
              <a:ext uri="{FF2B5EF4-FFF2-40B4-BE49-F238E27FC236}">
                <a16:creationId xmlns:a16="http://schemas.microsoft.com/office/drawing/2014/main" id="{DA13BA44-5BC1-4908-AE00-38EE0296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8132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打通上下文流水线</a:t>
            </a:r>
          </a:p>
        </p:txBody>
      </p:sp>
      <p:sp>
        <p:nvSpPr>
          <p:cNvPr id="9" name="text-204">
            <a:extLst xmlns:a="http://schemas.openxmlformats.org/drawingml/2006/main">
              <a:ext uri="{FF2B5EF4-FFF2-40B4-BE49-F238E27FC236}">
                <a16:creationId xmlns:a16="http://schemas.microsoft.com/office/drawing/2014/main" id="{BF49CA79-7DC6-445C-ADEA-015E2890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完成读取、筛选、预算、调用和状态更新。</a:t>
            </a:r>
          </a:p>
        </p:txBody>
      </p:sp>
      <p:sp>
        <p:nvSpPr>
          <p:cNvPr id="10" name="text-205">
            <a:extLst xmlns:a="http://schemas.openxmlformats.org/drawingml/2006/main">
              <a:ext uri="{FF2B5EF4-FFF2-40B4-BE49-F238E27FC236}">
                <a16:creationId xmlns:a16="http://schemas.microsoft.com/office/drawing/2014/main" id="{54C3E00D-93D4-4E70-B87E-49252EA4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206">
            <a:extLst xmlns:a="http://schemas.openxmlformats.org/drawingml/2006/main">
              <a:ext uri="{FF2B5EF4-FFF2-40B4-BE49-F238E27FC236}">
                <a16:creationId xmlns:a16="http://schemas.microsoft.com/office/drawing/2014/main" id="{054D57F3-A9EE-4BFB-B22D-08F67BD1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43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保留可复核的记录</a:t>
            </a:r>
          </a:p>
        </p:txBody>
      </p:sp>
      <p:sp>
        <p:nvSpPr>
          <p:cNvPr id="12" name="text-207">
            <a:extLst xmlns:a="http://schemas.openxmlformats.org/drawingml/2006/main">
              <a:ext uri="{FF2B5EF4-FFF2-40B4-BE49-F238E27FC236}">
                <a16:creationId xmlns:a16="http://schemas.microsoft.com/office/drawing/2014/main" id="{83BBECA4-8647-40AF-AF67-E6BF349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记录本轮输入、证据版本、实际结果和未决事项。</a:t>
            </a:r>
          </a:p>
        </p:txBody>
      </p:sp>
      <p:sp>
        <p:nvSpPr>
          <p:cNvPr id="13" name="text-208">
            <a:extLst xmlns:a="http://schemas.openxmlformats.org/drawingml/2006/main">
              <a:ext uri="{FF2B5EF4-FFF2-40B4-BE49-F238E27FC236}">
                <a16:creationId xmlns:a16="http://schemas.microsoft.com/office/drawing/2014/main" id="{708E7BC0-0F58-4ADF-9E78-181422C5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209">
            <a:extLst xmlns:a="http://schemas.openxmlformats.org/drawingml/2006/main">
              <a:ext uri="{FF2B5EF4-FFF2-40B4-BE49-F238E27FC236}">
                <a16:creationId xmlns:a16="http://schemas.microsoft.com/office/drawing/2014/main" id="{2DF78B4F-B5F2-4B1E-9FF5-5F238B1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053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用失败样本改进</a:t>
            </a:r>
          </a:p>
        </p:txBody>
      </p:sp>
      <p:sp>
        <p:nvSpPr>
          <p:cNvPr id="15" name="text-210">
            <a:extLst xmlns:a="http://schemas.openxmlformats.org/drawingml/2006/main">
              <a:ext uri="{FF2B5EF4-FFF2-40B4-BE49-F238E27FC236}">
                <a16:creationId xmlns:a16="http://schemas.microsoft.com/office/drawing/2014/main" id="{8BC308BA-CA7D-47D3-8B72-80210BF3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2447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增加回放用例，比较效果、开销与异常处理。</a:t>
            </a:r>
          </a:p>
        </p:txBody>
      </p:sp>
    </p:spTree>
    <p:extLst>
      <p:ext uri="{BB962C8B-B14F-4D97-AF65-F5344CB8AC3E}">
        <p14:creationId xmlns:p14="http://schemas.microsoft.com/office/powerpoint/2010/main" val="1250416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2026-09-08T08:51:45.0840000Z</dcterms:created>
  <dcterms:modified xsi:type="dcterms:W3CDTF">2026-09-08T08:51:45.0840000Z</dcterms:modified>
</coreProperties>
</file>