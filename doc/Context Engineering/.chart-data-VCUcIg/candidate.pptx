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92e07af35245ef" /><Relationship Type="http://schemas.openxmlformats.org/officeDocument/2006/relationships/extended-properties" Target="/docProps/app.xml" Id="R4910e0bbeb0e4c87" /><Relationship Type="http://schemas.openxmlformats.org/officeDocument/2006/relationships/officeDocument" Target="/ppt/presentation.xml" Id="R50e8d2ca8fdd4d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50bcc0c9cd4aa3"/>
  </p:sldMasterIdLst>
  <p:notesMasterIdLst>
    <p:notesMasterId xmlns:r="http://schemas.openxmlformats.org/officeDocument/2006/relationships" r:id="R200ffb86512b4878"/>
  </p:notesMasterIdLst>
  <p:sldIdLst>
    <p:sldId xmlns:r="http://schemas.openxmlformats.org/officeDocument/2006/relationships" id="256" r:id="Rd0f52b25a1554f08"/>
    <p:sldId xmlns:r="http://schemas.openxmlformats.org/officeDocument/2006/relationships" id="257" r:id="Rf9f2eb45d5aa410a"/>
    <p:sldId xmlns:r="http://schemas.openxmlformats.org/officeDocument/2006/relationships" id="258" r:id="R22d4cf33f0d644ef"/>
    <p:sldId xmlns:r="http://schemas.openxmlformats.org/officeDocument/2006/relationships" id="259" r:id="R74fdb49f19c74fcf"/>
    <p:sldId xmlns:r="http://schemas.openxmlformats.org/officeDocument/2006/relationships" id="260" r:id="Rd4b0d59f9bac41d7"/>
    <p:sldId xmlns:r="http://schemas.openxmlformats.org/officeDocument/2006/relationships" id="261" r:id="R6f7f4c61b1274687"/>
    <p:sldId xmlns:r="http://schemas.openxmlformats.org/officeDocument/2006/relationships" id="262" r:id="R0cdc1269e6cb499d"/>
    <p:sldId xmlns:r="http://schemas.openxmlformats.org/officeDocument/2006/relationships" id="263" r:id="R199573b8ee334277"/>
    <p:sldId xmlns:r="http://schemas.openxmlformats.org/officeDocument/2006/relationships" id="264" r:id="R5005b2a72f3a46bc"/>
    <p:sldId xmlns:r="http://schemas.openxmlformats.org/officeDocument/2006/relationships" id="265" r:id="R10dbb5e257c6465b"/>
    <p:sldId xmlns:r="http://schemas.openxmlformats.org/officeDocument/2006/relationships" id="266" r:id="Rf5ba0456cf1a49f5"/>
    <p:sldId xmlns:r="http://schemas.openxmlformats.org/officeDocument/2006/relationships" id="267" r:id="R6983dac6063e4540"/>
    <p:sldId xmlns:r="http://schemas.openxmlformats.org/officeDocument/2006/relationships" id="268" r:id="R98d58e5dfdfe4348"/>
    <p:sldId xmlns:r="http://schemas.openxmlformats.org/officeDocument/2006/relationships" id="269" r:id="R3f5a59a4a25d4950"/>
    <p:sldId xmlns:r="http://schemas.openxmlformats.org/officeDocument/2006/relationships" id="270" r:id="Rf91c626225b348fc"/>
    <p:sldId xmlns:r="http://schemas.openxmlformats.org/officeDocument/2006/relationships" id="271" r:id="Rda3f80b9fbb8410a"/>
    <p:sldId xmlns:r="http://schemas.openxmlformats.org/officeDocument/2006/relationships" id="272" r:id="R9140a2582239464b"/>
    <p:sldId xmlns:r="http://schemas.openxmlformats.org/officeDocument/2006/relationships" id="273" r:id="Ra0cd05b2ef574077"/>
    <p:sldId xmlns:r="http://schemas.openxmlformats.org/officeDocument/2006/relationships" id="274" r:id="R94664cc2da0242ac"/>
    <p:sldId xmlns:r="http://schemas.openxmlformats.org/officeDocument/2006/relationships" id="275" r:id="R89a0cc5e39064559"/>
    <p:sldId xmlns:r="http://schemas.openxmlformats.org/officeDocument/2006/relationships" id="276" r:id="R652e3e1c1e0b4c1c"/>
    <p:sldId xmlns:r="http://schemas.openxmlformats.org/officeDocument/2006/relationships" id="277" r:id="Re69877f555c140c1"/>
    <p:sldId xmlns:r="http://schemas.openxmlformats.org/officeDocument/2006/relationships" id="278" r:id="Reab1e663ca774716"/>
    <p:sldId xmlns:r="http://schemas.openxmlformats.org/officeDocument/2006/relationships" id="279" r:id="Rf8b3a3aa311a4517"/>
    <p:sldId xmlns:r="http://schemas.openxmlformats.org/officeDocument/2006/relationships" id="280" r:id="R7705b0387e934054"/>
    <p:sldId xmlns:r="http://schemas.openxmlformats.org/officeDocument/2006/relationships" id="281" r:id="R1592e2c4bb3741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69b246a4f34d92" /><Relationship Type="http://schemas.openxmlformats.org/officeDocument/2006/relationships/slideMaster" Target="/ppt/slideMasters/slideMaster1.xml" Id="Rba50bcc0c9cd4aa3" /><Relationship Type="http://schemas.openxmlformats.org/officeDocument/2006/relationships/notesMaster" Target="/ppt/notesMasters/notesMaster1.xml" Id="R200ffb86512b4878" /><Relationship Type="http://schemas.openxmlformats.org/officeDocument/2006/relationships/presProps" Target="/ppt/presProps.xml" Id="R40bd71b3f79349f5" /><Relationship Type="http://schemas.openxmlformats.org/officeDocument/2006/relationships/tableStyles" Target="/ppt/tableStyles.xml" Id="Rfed6c102117a4e8c" /><Relationship Type="http://schemas.openxmlformats.org/officeDocument/2006/relationships/slide" Target="/ppt/slides/slide1.xml" Id="Rd0f52b25a1554f08" /><Relationship Type="http://schemas.openxmlformats.org/officeDocument/2006/relationships/slide" Target="/ppt/slides/slide2.xml" Id="Rf9f2eb45d5aa410a" /><Relationship Type="http://schemas.openxmlformats.org/officeDocument/2006/relationships/slide" Target="/ppt/slides/slide3.xml" Id="R22d4cf33f0d644ef" /><Relationship Type="http://schemas.openxmlformats.org/officeDocument/2006/relationships/slide" Target="/ppt/slides/slide4.xml" Id="R74fdb49f19c74fcf" /><Relationship Type="http://schemas.openxmlformats.org/officeDocument/2006/relationships/slide" Target="/ppt/slides/slide5.xml" Id="Rd4b0d59f9bac41d7" /><Relationship Type="http://schemas.openxmlformats.org/officeDocument/2006/relationships/slide" Target="/ppt/slides/slide6.xml" Id="R6f7f4c61b1274687" /><Relationship Type="http://schemas.openxmlformats.org/officeDocument/2006/relationships/slide" Target="/ppt/slides/slide7.xml" Id="R0cdc1269e6cb499d" /><Relationship Type="http://schemas.openxmlformats.org/officeDocument/2006/relationships/slide" Target="/ppt/slides/slide8.xml" Id="R199573b8ee334277" /><Relationship Type="http://schemas.openxmlformats.org/officeDocument/2006/relationships/slide" Target="/ppt/slides/slide9.xml" Id="R5005b2a72f3a46bc" /><Relationship Type="http://schemas.openxmlformats.org/officeDocument/2006/relationships/slide" Target="/ppt/slides/slide10.xml" Id="R10dbb5e257c6465b" /><Relationship Type="http://schemas.openxmlformats.org/officeDocument/2006/relationships/slide" Target="/ppt/slides/slide11.xml" Id="Rf5ba0456cf1a49f5" /><Relationship Type="http://schemas.openxmlformats.org/officeDocument/2006/relationships/slide" Target="/ppt/slides/slide12.xml" Id="R6983dac6063e4540" /><Relationship Type="http://schemas.openxmlformats.org/officeDocument/2006/relationships/slide" Target="/ppt/slides/slide13.xml" Id="R98d58e5dfdfe4348" /><Relationship Type="http://schemas.openxmlformats.org/officeDocument/2006/relationships/slide" Target="/ppt/slides/slide14.xml" Id="R3f5a59a4a25d4950" /><Relationship Type="http://schemas.openxmlformats.org/officeDocument/2006/relationships/slide" Target="/ppt/slides/slide15.xml" Id="Rf91c626225b348fc" /><Relationship Type="http://schemas.openxmlformats.org/officeDocument/2006/relationships/slide" Target="/ppt/slides/slide16.xml" Id="Rda3f80b9fbb8410a" /><Relationship Type="http://schemas.openxmlformats.org/officeDocument/2006/relationships/slide" Target="/ppt/slides/slide17.xml" Id="R9140a2582239464b" /><Relationship Type="http://schemas.openxmlformats.org/officeDocument/2006/relationships/slide" Target="/ppt/slides/slide18.xml" Id="Ra0cd05b2ef574077" /><Relationship Type="http://schemas.openxmlformats.org/officeDocument/2006/relationships/slide" Target="/ppt/slides/slide19.xml" Id="R94664cc2da0242ac" /><Relationship Type="http://schemas.openxmlformats.org/officeDocument/2006/relationships/slide" Target="/ppt/slides/slide20.xml" Id="R89a0cc5e39064559" /><Relationship Type="http://schemas.openxmlformats.org/officeDocument/2006/relationships/slide" Target="/ppt/slides/slide21.xml" Id="R652e3e1c1e0b4c1c" /><Relationship Type="http://schemas.openxmlformats.org/officeDocument/2006/relationships/slide" Target="/ppt/slides/slide22.xml" Id="Re69877f555c140c1" /><Relationship Type="http://schemas.openxmlformats.org/officeDocument/2006/relationships/slide" Target="/ppt/slides/slide23.xml" Id="Reab1e663ca774716" /><Relationship Type="http://schemas.openxmlformats.org/officeDocument/2006/relationships/slide" Target="/ppt/slides/slide24.xml" Id="Rf8b3a3aa311a4517" /><Relationship Type="http://schemas.openxmlformats.org/officeDocument/2006/relationships/slide" Target="/ppt/slides/slide25.xml" Id="R7705b0387e934054" /><Relationship Type="http://schemas.openxmlformats.org/officeDocument/2006/relationships/slide" Target="/ppt/slides/slide26.xml" Id="R1592e2c4bb3741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a2d5e79b4c44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79bbfd6245492e" /><Relationship Type="http://schemas.openxmlformats.org/officeDocument/2006/relationships/notesMaster" Target="/ppt/notesMasters/notesMaster1.xml" Id="R6fae1df6218a4f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3459362efe4e26" /><Relationship Type="http://schemas.openxmlformats.org/officeDocument/2006/relationships/notesMaster" Target="/ppt/notesMasters/notesMaster1.xml" Id="R1540090bf34148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58e4ad350c44f3" /><Relationship Type="http://schemas.openxmlformats.org/officeDocument/2006/relationships/notesMaster" Target="/ppt/notesMasters/notesMaster1.xml" Id="R2764d5fae2784b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72138f78d34bed" /><Relationship Type="http://schemas.openxmlformats.org/officeDocument/2006/relationships/notesMaster" Target="/ppt/notesMasters/notesMaster1.xml" Id="Rbc827e72315448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f12e2b161c4588" /><Relationship Type="http://schemas.openxmlformats.org/officeDocument/2006/relationships/notesMaster" Target="/ppt/notesMasters/notesMaster1.xml" Id="R85ba9b66d0834b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5359fed1ce4a78" /><Relationship Type="http://schemas.openxmlformats.org/officeDocument/2006/relationships/notesMaster" Target="/ppt/notesMasters/notesMaster1.xml" Id="Rd3a93717fe3343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2df2c17a754afd" /><Relationship Type="http://schemas.openxmlformats.org/officeDocument/2006/relationships/notesMaster" Target="/ppt/notesMasters/notesMaster1.xml" Id="R8b74377e94ec44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6c8e7286894b93" /><Relationship Type="http://schemas.openxmlformats.org/officeDocument/2006/relationships/notesMaster" Target="/ppt/notesMasters/notesMaster1.xml" Id="Rb0971e06e2a444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3728e255844cb2" /><Relationship Type="http://schemas.openxmlformats.org/officeDocument/2006/relationships/notesMaster" Target="/ppt/notesMasters/notesMaster1.xml" Id="R4caddb7907af42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b24e4b67014560" /><Relationship Type="http://schemas.openxmlformats.org/officeDocument/2006/relationships/notesMaster" Target="/ppt/notesMasters/notesMaster1.xml" Id="Rce9eb05e862b4c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ecf156c2c24ba5" /><Relationship Type="http://schemas.openxmlformats.org/officeDocument/2006/relationships/notesMaster" Target="/ppt/notesMasters/notesMaster1.xml" Id="R70a54fe93c2147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45f6f44e5b4bcb" /><Relationship Type="http://schemas.openxmlformats.org/officeDocument/2006/relationships/notesMaster" Target="/ppt/notesMasters/notesMaster1.xml" Id="Re802dc64454a48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02e48c57254a3b" /><Relationship Type="http://schemas.openxmlformats.org/officeDocument/2006/relationships/notesMaster" Target="/ppt/notesMasters/notesMaster1.xml" Id="Re9c1a0420bbf4c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cd7e75716724a16" /><Relationship Type="http://schemas.openxmlformats.org/officeDocument/2006/relationships/notesMaster" Target="/ppt/notesMasters/notesMaster1.xml" Id="Rd52bafd3d2324f8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0cd77a1d6c4b4a" /><Relationship Type="http://schemas.openxmlformats.org/officeDocument/2006/relationships/notesMaster" Target="/ppt/notesMasters/notesMaster1.xml" Id="R0b548e1593784fa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6d7e9764ae840cd" /><Relationship Type="http://schemas.openxmlformats.org/officeDocument/2006/relationships/notesMaster" Target="/ppt/notesMasters/notesMaster1.xml" Id="R5b5a4be2d678462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bba47588c09468f" /><Relationship Type="http://schemas.openxmlformats.org/officeDocument/2006/relationships/notesMaster" Target="/ppt/notesMasters/notesMaster1.xml" Id="Ra1e0f9eedc13435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db3a762950245b6" /><Relationship Type="http://schemas.openxmlformats.org/officeDocument/2006/relationships/notesMaster" Target="/ppt/notesMasters/notesMaster1.xml" Id="R4aac9ba1838b485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173304adc734de9" /><Relationship Type="http://schemas.openxmlformats.org/officeDocument/2006/relationships/notesMaster" Target="/ppt/notesMasters/notesMaster1.xml" Id="R32b4252c4391473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50e56e0b5094cb3" /><Relationship Type="http://schemas.openxmlformats.org/officeDocument/2006/relationships/notesMaster" Target="/ppt/notesMasters/notesMaster1.xml" Id="R5f3c94644481456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1fe1d95490b4401" /><Relationship Type="http://schemas.openxmlformats.org/officeDocument/2006/relationships/notesMaster" Target="/ppt/notesMasters/notesMaster1.xml" Id="Rda1a4b71a0ab46a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b4c70ec699f4aa8" /><Relationship Type="http://schemas.openxmlformats.org/officeDocument/2006/relationships/notesMaster" Target="/ppt/notesMasters/notesMaster1.xml" Id="R0dd663afe79047b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db813fbdd2b48c4" /><Relationship Type="http://schemas.openxmlformats.org/officeDocument/2006/relationships/notesMaster" Target="/ppt/notesMasters/notesMaster1.xml" Id="R3a4027878d7240d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0c792d94f9b45c2" /><Relationship Type="http://schemas.openxmlformats.org/officeDocument/2006/relationships/notesMaster" Target="/ppt/notesMasters/notesMaster1.xml" Id="R0dfc66401a8240c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8e1ab62a19844dc" /><Relationship Type="http://schemas.openxmlformats.org/officeDocument/2006/relationships/notesMaster" Target="/ppt/notesMasters/notesMaster1.xml" Id="Rad4ffea5d88a487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d2d091e2c1c4572" /><Relationship Type="http://schemas.openxmlformats.org/officeDocument/2006/relationships/notesMaster" Target="/ppt/notesMasters/notesMaster1.xml" Id="R89b894e4b35944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建议分享约 30–40 分钟。先建立上下文的概念，再解释检索、预算、记忆和工具输出，最后使用 UART 排障教学案例串联。所有案例现象、预算数字与实现字段均为教学设计，未代表真实项目实测结果。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下文是模型在某一次调用中能够处理的输入。工程实现要从大量外部材料中选择、组织和更新输入，同时保证任务约束与关键证据完整。项目目录、数据库和持久化记忆中的内容，只有在读取并加入请求后才进入本次模型输入。模型参数、应用状态、当前上下文属于不同层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Prompt engineering 关注如何表达任务和行为要求。RAG 用检索到的材料支持生成。Memory 管理需要跨轮次或跨任务保存的信息。Context engineering 组织某次调用实际使用的全部输入。Harness 与 Loop 在本材料中用作运行环境与执行控制的工作划分，并非统一标准层级。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输入可以包括文本、图像等不同模态，这里用开发任务中常见的文本说明。权限凭据和数据库连接属于宿主运行环境，无需把密钥原文加入模型输入。工具定义占用的输入和协议封装开销也需计入预算，具体计量遵循所用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从任务确定缺什么信息，再读取候选材料。宿主执行权限检查、版本筛选、去重和排序，然后按预算组装。最后核对必须信息和工具协议。模型调用后，工具输出与新发现进入记录，下一轮再次按目标筛选。不要在第一轮塞入所有可能资料后就停止管理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加载适合关键规则、项目概要和当前任务。按需加载可以先提供文件或数据的轻量索引，再由工具读相关片段。检索本身会增加调用与等待，因此小任务可直接读少量已知文件。选择依据是任务所需信息和检索成本，而不是固定偏好某一种架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索前以身份、项目和访问控制缩小候选范围。结果返回后仍需核验每条记录的权限和版本。代码检索可组合精确符号搜索、关键词和语义搜索，再补充周边函数或调用点。相似度不是事实可信度。检索不到足够证据时，应明确缺口，不将最相似的一段强行当成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这是教学用的 YAML 风格结构。evidence_id 用于在输出中关联具体材料。revision、path 与 observed_at 用于复核证据是否还适用。content 保存所需原文片段，claims 只表达该材料实际支持的结论。内部证据追踪属于系统能力，不能因为删除分享材料的文章来源清单就删除证据定位字段。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本页数字为教学配置，不是任何模型规格。规则与任务 4,000、工具说明 2,000、状态 3,000、证据 15,000，合计 24,000 token。应使用对应模型的计数方式统计完整序列化请求，包括工具定义和消息封装。输出、推理等额度如何计入窗口取决于接口。余量不能替代实际计数。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必需内容应由任务契约定义，至少包括关键约束、当前目标、足以支持行动的证据以及工具消息协议。删除工具消息必须保持调用与结果的关联有效。预算放不下必需信息时，应改为分步处理、请求更小范围或返回缺口。不要静默截断整个请求末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具输出先由宿主保存，再形成简明摘要送入模型。返回状态、总量、筛选条件和截断标记可避免将局部结果当作完整结果。失败需要错误类型和可重试性，不能用空结果掩盖异常。查询权限和实际写操作权限由工具侧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短期状态跟踪本任务的进度和结果。长期记忆可保存用户偏好或已经确认的项目约定，必须带作用范围与更新机制。原始日志、代码和规格留在外部存储，需要时读取。将内容写入文件不会改变模型参数，也不意味着模型已经看到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摘要是有损转换，可能遗漏细节。通过结构化槽位保留目标、约束、证据定位、已排除项、未知项和下一步。新摘要生成后应核对关键字段仍在，并保持模型和工具消息协议有效。原始轨迹保留在外部，可在发现矛盾时重新读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指令与工具或检索数据分别传递并标注边界。外部文档中的“忽略规则”属于待分析文本。结构化包裹本身不能彻底防止提示注入，还需要工具侧访问控制、最小权限和对敏感动作的独立检查。证据矛盾应按版本、权威性和任务适用范围判断，不能简单使用最新出现的一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检索阶段需要候选资料，实施阶段需要已经选定的方案和具体接口，验证阶段需要实际改动与验收条件。阶段交接可以只带目标、结论、证据编号、未决事项和下一步。子任务隔离能够控制细节扩散，但需要额外协调并可能丢失信息，因此只在任务可拆分且收益明确时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较大的上下文窗口允许更多输入，但质量仍取决于模型和任务，不能保证所有信息都被正确利用。输入缓存通常减少重复输入的计算或计费，并不自动增加窗口或清除噪声，命中规则由具体服务决定。微调影响模型参数，适合调整稳定行为，不能替代读取当前任务的最新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三页代码为同一流程的教学伪代码，不是特定 SDK 接口。固定内容包含任务和规则、输出结构、工具定义、所需状态。must_select 根据验收要求选关键证据；required_gap 在准备调用前报告未满足的条件。真实实现还需处理读取失败、超时、权限变化以及输入来源的可信度。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本页承接 build_context。optional_items 不含已选必需项。bounded_excerpt 在保留含义、版本和定位的前提下取相关片段，不可只按字符数粗暴截断。每次试装后统计完整请求，并在最终调用前再次确认预算、关键字段和工具调用结果的配对。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本页描述 build_context 成功后的宿主处理。result 包含模型返回、实际执行的工具结果和检查记录。模型计划执行某个测试不表示测试已执行。更新记忆只提升得到证据支持、范围明确且适合持久化的内容。压缩失败或重要字段缺失时保留原状态，报告错误。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这是为解释上下文选择而设计的案例，未读取真实项目代码、未采集日志、未运行主机或板端测试。不能仅凭“丢帧”推断为 DMA、队列或解析错误。第一步应确认现象边界、数据流、版本与复现条件。本案例后续只展示需要哪些材料以及如何组织，所有验证项都是待执行。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轮厘清复现边界，第二轮检查数据交接，第三轮检查帧解析，第四轮核对检查结果。是否进入下一阶段取决于实际发现，表格不规定固定排障路径。旧阶段的已确认结论和未决项通过状态摘要继续传递，原始大日志可按需重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硬件和调度行为必须通过实际设备记录支持。缓冲区覆盖、任务消费不及时和解析状态错误都只是候选方向。测量可能影响时序，因此要说明采集方式并控制开销。某个用例未复现问题，不代表在全部条件下排除了该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输出建议按现象、影响范围、证据、怀疑点、验证步骤和下一步组织。主机回放可检查解析逻辑，实际中断和 DMA 时序、任务同步、硬件寄存器状态必须在目标环境检查。无板端证据时保持未知。证据 id 是本任务内部材料标识，不是分享材料中的引用文章清单。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同一批任务使用固定模型配置和一致的验收标准，对比全量输入、规则筛选、检索、压缩等策略。模型存在随机性，必要时重复运行并报告分布。标注任务需要的证据，分别测量检索是否找到了、装配是否保留了、最终输出是否正确使用了。检查越权与不可靠结论等严重失败，不能只看平均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关键材料根本未进入候选池，检查索引与检索条件。若候选存在但未进入输入，检查排序和预算装配。若已进入输入却被误用，检查格式、冲突和模型任务能力。对反复出现的问题保留匿名化或受控访问的回放样本，帮助以后修改策略时回归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从某个模块的故障分析或构建失败入手，列出目标、允许操作、必需材料和验收方法。实现明确的取数、筛选、预算与状态更新，先跑通一个任务，再建立小规模回放任务集。根据失败样本决定是否需要向量检索、长期记忆或子任务隔离。配套 HTML 包含更详细的图解、交互和伪代码。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c734a485e844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665cf757134b70" /><Relationship Type="http://schemas.openxmlformats.org/officeDocument/2006/relationships/slideLayout" Target="/ppt/slideLayouts/slideLayout1.xml" Id="Re5e9f7b8b1a940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e9f7b8b1a940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c25f7bc3640dd" /><Relationship Type="http://schemas.openxmlformats.org/officeDocument/2006/relationships/image" Target="/ppt/media/image.png" Id="R0f74d6592eb448a9" /><Relationship Type="http://schemas.openxmlformats.org/officeDocument/2006/relationships/notesSlide" Target="/ppt/notesSlides/notesSlide1.xml" Id="Ra542581a79e64a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f3e08abf74431" /><Relationship Type="http://schemas.openxmlformats.org/officeDocument/2006/relationships/notesSlide" Target="/ppt/notesSlides/notesSlide2.xml" Id="R56c130b1c42c44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eb6caba134f41" /><Relationship Type="http://schemas.openxmlformats.org/officeDocument/2006/relationships/notesSlide" Target="/ppt/notesSlides/notesSlide3.xml" Id="R2243c1ee035642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5d0e0c4264d4b" /><Relationship Type="http://schemas.openxmlformats.org/officeDocument/2006/relationships/notesSlide" Target="/ppt/notesSlides/notesSlide4.xml" Id="Rbed253f268ed41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d819eb2a8479c" /><Relationship Type="http://schemas.openxmlformats.org/officeDocument/2006/relationships/notesSlide" Target="/ppt/notesSlides/notesSlide5.xml" Id="Rcd6069a5303549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a9543c89414d07" /><Relationship Type="http://schemas.openxmlformats.org/officeDocument/2006/relationships/notesSlide" Target="/ppt/notesSlides/notesSlide6.xml" Id="R72537d0a08c940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bb9c82432492b" /><Relationship Type="http://schemas.openxmlformats.org/officeDocument/2006/relationships/notesSlide" Target="/ppt/notesSlides/notesSlide7.xml" Id="Rbe3df76cb6ef42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5f90d62ad44d7" /><Relationship Type="http://schemas.openxmlformats.org/officeDocument/2006/relationships/notesSlide" Target="/ppt/notesSlides/notesSlide8.xml" Id="Ref75f3dc9ffa40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f8e45d6784f06" /><Relationship Type="http://schemas.openxmlformats.org/officeDocument/2006/relationships/chart" Target="/ppt/slides/charts/chart1.xml" Id="R9cc75e2116e349c9" /><Relationship Type="http://schemas.openxmlformats.org/officeDocument/2006/relationships/notesSlide" Target="/ppt/notesSlides/notesSlide9.xml" Id="R51b16f215f3d44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3460bcf11475c" /><Relationship Type="http://schemas.openxmlformats.org/officeDocument/2006/relationships/notesSlide" Target="/ppt/notesSlides/notesSlide10.xml" Id="Re776d226b2df40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80ef506634081" /><Relationship Type="http://schemas.openxmlformats.org/officeDocument/2006/relationships/notesSlide" Target="/ppt/notesSlides/notesSlide11.xml" Id="R26656ad1960647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349f10ddd40ab" /><Relationship Type="http://schemas.openxmlformats.org/officeDocument/2006/relationships/notesSlide" Target="/ppt/notesSlides/notesSlide12.xml" Id="R2ddc50f7edcf45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7b5a9b74f4a64" /><Relationship Type="http://schemas.openxmlformats.org/officeDocument/2006/relationships/notesSlide" Target="/ppt/notesSlides/notesSlide13.xml" Id="R88fd17a3d5ab405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7f4a6a8ea4360" /><Relationship Type="http://schemas.openxmlformats.org/officeDocument/2006/relationships/notesSlide" Target="/ppt/notesSlides/notesSlide14.xml" Id="R104bf8a7207647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ef4796c604638" /><Relationship Type="http://schemas.openxmlformats.org/officeDocument/2006/relationships/notesSlide" Target="/ppt/notesSlides/notesSlide15.xml" Id="Rf1dc9aa109414bb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1f645147f42bb" /><Relationship Type="http://schemas.openxmlformats.org/officeDocument/2006/relationships/notesSlide" Target="/ppt/notesSlides/notesSlide16.xml" Id="R9d635863ed584ce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7f7e2b952402a" /><Relationship Type="http://schemas.openxmlformats.org/officeDocument/2006/relationships/notesSlide" Target="/ppt/notesSlides/notesSlide17.xml" Id="R2e9fd7c19b894f7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10b6f974f44fd" /><Relationship Type="http://schemas.openxmlformats.org/officeDocument/2006/relationships/notesSlide" Target="/ppt/notesSlides/notesSlide18.xml" Id="R33e48389561f4a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af47ec2084404" /><Relationship Type="http://schemas.openxmlformats.org/officeDocument/2006/relationships/notesSlide" Target="/ppt/notesSlides/notesSlide19.xml" Id="Race266619a4b4ae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da02225af4b42" /><Relationship Type="http://schemas.openxmlformats.org/officeDocument/2006/relationships/notesSlide" Target="/ppt/notesSlides/notesSlide20.xml" Id="Rb0d99878c3df4fe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38533747e448e" /><Relationship Type="http://schemas.openxmlformats.org/officeDocument/2006/relationships/notesSlide" Target="/ppt/notesSlides/notesSlide21.xml" Id="R3d837919c83c4c5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6bfa085d6479f" /><Relationship Type="http://schemas.openxmlformats.org/officeDocument/2006/relationships/notesSlide" Target="/ppt/notesSlides/notesSlide22.xml" Id="Re9bcdc901d9146b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b569d6cee4e4a" /><Relationship Type="http://schemas.openxmlformats.org/officeDocument/2006/relationships/notesSlide" Target="/ppt/notesSlides/notesSlide23.xml" Id="Rcaec86911e9240c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f0b3569ec4f66" /><Relationship Type="http://schemas.openxmlformats.org/officeDocument/2006/relationships/notesSlide" Target="/ppt/notesSlides/notesSlide24.xml" Id="R3df6dd56a8f0427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12e7efbb143af" /><Relationship Type="http://schemas.openxmlformats.org/officeDocument/2006/relationships/notesSlide" Target="/ppt/notesSlides/notesSlide25.xml" Id="R17c68f957c6a46c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b706bd41547c1" /><Relationship Type="http://schemas.openxmlformats.org/officeDocument/2006/relationships/notesSlide" Target="/ppt/notesSlides/notesSlide26.xml" Id="R97b36ef8bd314c1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输入分配（token）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EAF1F7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输入分配（token）</c:v>
          </c:tx>
          <c:spPr>
            <a:solidFill xmlns:a="http://schemas.openxmlformats.org/drawingml/2006/main">
              <a:srgbClr val="52E0BB"/>
            </a:solidFill>
          </c:spPr>
          <c:cat>
            <c:strRef>
              <c:f>'Chart Data'!$A$2:$A$5</c:f>
              <c:strCache>
                <c:ptCount val="4"/>
                <c:pt idx="0">
                  <c:v>规则与任务</c:v>
                </c:pt>
                <c:pt idx="1">
                  <c:v>工具说明</c:v>
                </c:pt>
                <c:pt idx="2">
                  <c:v>工作状态</c:v>
                </c:pt>
                <c:pt idx="3">
                  <c:v>事实证据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4000</c:v>
                </c:pt>
                <c:pt idx="1">
                  <c:v>2000</c:v>
                </c:pt>
                <c:pt idx="2">
                  <c:v>3000</c:v>
                </c:pt>
                <c:pt idx="3">
                  <c:v>15000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EAF1F7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81321"/>
        </a:solidFill>
      </c:spPr>
    </c:plotArea>
    <c:plotVisOnly val="1"/>
  </c:chart>
  <c:spPr>
    <a:solidFill xmlns:a="http://schemas.openxmlformats.org/drawingml/2006/main">
      <a:srgbClr val="081321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74d6592eb448a9"/>
          <a:srcRect xmlns:a="http://schemas.openxmlformats.org/drawingml/2006/main" l="60" t="0" r="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1047750"/>
            <a:ext cx="7905750" cy="527685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44942FD-F137-465D-9140-9613FD24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6477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C4880FB-68DC-4909-93B6-050B7E51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47950"/>
            <a:ext cx="666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Engineering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BDE58B0-F13E-4873-9276-2EB52BBA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790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面向 AI Agent 的上下文工程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4B030EE-B1A7-4627-9ACF-822620B5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原理、实现方法与嵌入式排障案例</a:t>
            </a:r>
          </a:p>
        </p:txBody>
      </p:sp>
    </p:spTree>
    <p:extLst>
      <p:ext uri="{BB962C8B-B14F-4D97-AF65-F5344CB8AC3E}">
        <p14:creationId xmlns:p14="http://schemas.microsoft.com/office/powerpoint/2010/main" val="2717063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5">
            <a:extLst xmlns:a="http://schemas.openxmlformats.org/drawingml/2006/main">
              <a:ext uri="{FF2B5EF4-FFF2-40B4-BE49-F238E27FC236}">
                <a16:creationId xmlns:a16="http://schemas.microsoft.com/office/drawing/2014/main" id="{F1771C4E-4EDE-4E67-8630-57300522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上下文工程的工作对象</a:t>
            </a:r>
          </a:p>
        </p:txBody>
      </p:sp>
      <p:sp>
        <p:nvSpPr>
          <p:cNvPr id="2" name="text-6">
            <a:extLst xmlns:a="http://schemas.openxmlformats.org/drawingml/2006/main">
              <a:ext uri="{FF2B5EF4-FFF2-40B4-BE49-F238E27FC236}">
                <a16:creationId xmlns:a16="http://schemas.microsoft.com/office/drawing/2014/main" id="{4563129F-9EE3-4D2E-BF70-0604F5B2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在每次模型调用前，组织完成当前步骤所需的信息</a:t>
            </a:r>
          </a:p>
        </p:txBody>
      </p:sp>
      <p:sp>
        <p:nvSpPr>
          <p:cNvPr id="3" name="text-7">
            <a:extLst xmlns:a="http://schemas.openxmlformats.org/drawingml/2006/main">
              <a:ext uri="{FF2B5EF4-FFF2-40B4-BE49-F238E27FC236}">
                <a16:creationId xmlns:a16="http://schemas.microsoft.com/office/drawing/2014/main" id="{94527B0E-E443-4C3F-B2F9-18843A69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-8">
            <a:extLst xmlns:a="http://schemas.openxmlformats.org/drawingml/2006/main">
              <a:ext uri="{FF2B5EF4-FFF2-40B4-BE49-F238E27FC236}">
                <a16:creationId xmlns:a16="http://schemas.microsoft.com/office/drawing/2014/main" id="{E7B29208-B933-449E-B943-A4EEE98F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193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决定本轮看什么、以什么形式看、何时更新</a:t>
            </a:r>
          </a:p>
        </p:txBody>
      </p:sp>
      <p:sp>
        <p:nvSpPr>
          <p:cNvPr id="5" name="text-9">
            <a:extLst xmlns:a="http://schemas.openxmlformats.org/drawingml/2006/main">
              <a:ext uri="{FF2B5EF4-FFF2-40B4-BE49-F238E27FC236}">
                <a16:creationId xmlns:a16="http://schemas.microsoft.com/office/drawing/2014/main" id="{031E24CB-4D13-4036-AFDA-973FC12C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-10">
            <a:extLst xmlns:a="http://schemas.openxmlformats.org/drawingml/2006/main">
              <a:ext uri="{FF2B5EF4-FFF2-40B4-BE49-F238E27FC236}">
                <a16:creationId xmlns:a16="http://schemas.microsoft.com/office/drawing/2014/main" id="{C68267D3-C12F-4C6A-A9BA-84F688C5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0861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信息选择</a:t>
            </a:r>
          </a:p>
        </p:txBody>
      </p:sp>
      <p:sp>
        <p:nvSpPr>
          <p:cNvPr id="7" name="text-11">
            <a:extLst xmlns:a="http://schemas.openxmlformats.org/drawingml/2006/main">
              <a:ext uri="{FF2B5EF4-FFF2-40B4-BE49-F238E27FC236}">
                <a16:creationId xmlns:a16="http://schemas.microsoft.com/office/drawing/2014/main" id="{6847C7A1-8572-449E-BF88-6058C441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0520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挑选与当前任务、代码版本和阶段有关的内容。</a:t>
            </a:r>
          </a:p>
        </p:txBody>
      </p:sp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427C3BC2-540E-4D24-8D0C-F3429EF0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2907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-13">
            <a:extLst xmlns:a="http://schemas.openxmlformats.org/drawingml/2006/main">
              <a:ext uri="{FF2B5EF4-FFF2-40B4-BE49-F238E27FC236}">
                <a16:creationId xmlns:a16="http://schemas.microsoft.com/office/drawing/2014/main" id="{616863A2-8D51-4543-ABBC-E932100A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029075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信息组织</a:t>
            </a:r>
          </a:p>
        </p:txBody>
      </p:sp>
      <p:sp>
        <p:nvSpPr>
          <p:cNvPr id="10" name="text-14">
            <a:extLst xmlns:a="http://schemas.openxmlformats.org/drawingml/2006/main">
              <a:ext uri="{FF2B5EF4-FFF2-40B4-BE49-F238E27FC236}">
                <a16:creationId xmlns:a16="http://schemas.microsoft.com/office/drawing/2014/main" id="{1EDC971B-B156-4535-A99A-940CC30D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48175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区分指令、证据、历史状态和输出要求。</a:t>
            </a:r>
          </a:p>
        </p:txBody>
      </p:sp>
      <p:sp>
        <p:nvSpPr>
          <p:cNvPr id="11" name="text-15">
            <a:extLst xmlns:a="http://schemas.openxmlformats.org/drawingml/2006/main">
              <a:ext uri="{FF2B5EF4-FFF2-40B4-BE49-F238E27FC236}">
                <a16:creationId xmlns:a16="http://schemas.microsoft.com/office/drawing/2014/main" id="{22545ED8-D547-4AEF-AA3C-4F1CEDBB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ext-16">
            <a:extLst xmlns:a="http://schemas.openxmlformats.org/drawingml/2006/main">
              <a:ext uri="{FF2B5EF4-FFF2-40B4-BE49-F238E27FC236}">
                <a16:creationId xmlns:a16="http://schemas.microsoft.com/office/drawing/2014/main" id="{4AFFDDB5-FEBD-453E-85B9-8BA67265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9720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信息维护</a:t>
            </a:r>
          </a:p>
        </p:txBody>
      </p:sp>
      <p:sp>
        <p:nvSpPr>
          <p:cNvPr id="13" name="text-17">
            <a:extLst xmlns:a="http://schemas.openxmlformats.org/drawingml/2006/main">
              <a:ext uri="{FF2B5EF4-FFF2-40B4-BE49-F238E27FC236}">
                <a16:creationId xmlns:a16="http://schemas.microsoft.com/office/drawing/2014/main" id="{970A620F-88EC-4ECA-8BE8-CB6C02FE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911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每轮更新进展，压缩历史，并记录尚未解决的问题。</a:t>
            </a:r>
          </a:p>
        </p:txBody>
      </p:sp>
    </p:spTree>
    <p:extLst>
      <p:ext uri="{BB962C8B-B14F-4D97-AF65-F5344CB8AC3E}">
        <p14:creationId xmlns:p14="http://schemas.microsoft.com/office/powerpoint/2010/main" val="17945012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8">
            <a:extLst xmlns:a="http://schemas.openxmlformats.org/drawingml/2006/main">
              <a:ext uri="{FF2B5EF4-FFF2-40B4-BE49-F238E27FC236}">
                <a16:creationId xmlns:a16="http://schemas.microsoft.com/office/drawing/2014/main" id="{52D34700-8BEC-4C81-ACB3-07DADB36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Prompt、RAG、Memory 与 Context</a:t>
            </a:r>
          </a:p>
        </p:txBody>
      </p:sp>
      <p:sp>
        <p:nvSpPr>
          <p:cNvPr id="2" name="text-19">
            <a:extLst xmlns:a="http://schemas.openxmlformats.org/drawingml/2006/main">
              <a:ext uri="{FF2B5EF4-FFF2-40B4-BE49-F238E27FC236}">
                <a16:creationId xmlns:a16="http://schemas.microsoft.com/office/drawing/2014/main" id="{1D188A57-1C3E-47EE-928F-3C23DCB8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这些能力可以组合使用，分别解决不同的工程问题</a:t>
            </a:r>
          </a:p>
        </p:txBody>
      </p:sp>
      <p:sp>
        <p:nvSpPr>
          <p:cNvPr id="3" name="text-20">
            <a:extLst xmlns:a="http://schemas.openxmlformats.org/drawingml/2006/main">
              <a:ext uri="{FF2B5EF4-FFF2-40B4-BE49-F238E27FC236}">
                <a16:creationId xmlns:a16="http://schemas.microsoft.com/office/drawing/2014/main" id="{FE1715A7-E5E5-4A85-9194-EA0F4FB0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752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66950"/>
                <a:gridCol w="4391025"/>
                <a:gridCol w="4314825"/>
              </a:tblGrid>
              <a:tr h="6254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概念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开发场景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254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表达任务、约束和输出格式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要求输出排查步骤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254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RAG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检索相关资料并提供给模型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找当前版本的协议规格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254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Memory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保存并取回长期或阶段性信息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保留已排除的怀疑点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254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Context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装配和维护本次调用的输入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组合规则、规格、代码与日志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254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Harness / Loop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运行环境 / 执行与停止控制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工具权限 / 验证后决定下一轮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06374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21">
            <a:extLst xmlns:a="http://schemas.openxmlformats.org/drawingml/2006/main">
              <a:ext uri="{FF2B5EF4-FFF2-40B4-BE49-F238E27FC236}">
                <a16:creationId xmlns:a16="http://schemas.microsoft.com/office/drawing/2014/main" id="{7740D8DC-8146-452F-B5C8-6D1A00A2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一次调用的上下文组成</a:t>
            </a:r>
          </a:p>
        </p:txBody>
      </p:sp>
      <p:sp>
        <p:nvSpPr>
          <p:cNvPr id="2" name="text-22">
            <a:extLst xmlns:a="http://schemas.openxmlformats.org/drawingml/2006/main">
              <a:ext uri="{FF2B5EF4-FFF2-40B4-BE49-F238E27FC236}">
                <a16:creationId xmlns:a16="http://schemas.microsoft.com/office/drawing/2014/main" id="{14829362-FB5A-4C31-9F65-F31B2656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程序掌握的所有信息，与模型当前可见的信息并不相同</a:t>
            </a:r>
          </a:p>
        </p:txBody>
      </p:sp>
      <p:sp>
        <p:nvSpPr>
          <p:cNvPr id="3" name="text-23">
            <a:extLst xmlns:a="http://schemas.openxmlformats.org/drawingml/2006/main">
              <a:ext uri="{FF2B5EF4-FFF2-40B4-BE49-F238E27FC236}">
                <a16:creationId xmlns:a16="http://schemas.microsoft.com/office/drawing/2014/main" id="{724F6CB8-28EE-47DC-8238-9D605FA9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43125"/>
                <a:gridCol w="4572000"/>
                <a:gridCol w="4257675"/>
              </a:tblGrid>
              <a:tr h="61912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组成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应提供的内容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常见遗漏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1912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规则与任务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目标、修改边界、验收条件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只说“帮我修复”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912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事实证据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规格、相关代码、日志、测试记录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资料对应错误版本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912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工作状态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已做什么、结果如何、还缺什么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重复尝试已失败方案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912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工具与格式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可用工具说明、参数、返回结构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提供大量相似工具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912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示例与最近对话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必要示例、最新澄清和纠正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旧要求覆盖新要求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8035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24">
            <a:extLst xmlns:a="http://schemas.openxmlformats.org/drawingml/2006/main">
              <a:ext uri="{FF2B5EF4-FFF2-40B4-BE49-F238E27FC236}">
                <a16:creationId xmlns:a16="http://schemas.microsoft.com/office/drawing/2014/main" id="{C016D94E-F447-48DB-8C06-72FAFF93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上下文装配流程</a:t>
            </a:r>
          </a:p>
        </p:txBody>
      </p:sp>
      <p:sp>
        <p:nvSpPr>
          <p:cNvPr id="2" name="text-25">
            <a:extLst xmlns:a="http://schemas.openxmlformats.org/drawingml/2006/main">
              <a:ext uri="{FF2B5EF4-FFF2-40B4-BE49-F238E27FC236}">
                <a16:creationId xmlns:a16="http://schemas.microsoft.com/office/drawing/2014/main" id="{DE9A968D-5014-4E58-8C0B-E79295A3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每个阶段输出明确结果，便于定位信息在哪一步丢失</a:t>
            </a:r>
          </a:p>
        </p:txBody>
      </p:sp>
      <p:sp>
        <p:nvSpPr>
          <p:cNvPr id="3" name="text-26">
            <a:extLst xmlns:a="http://schemas.openxmlformats.org/drawingml/2006/main">
              <a:ext uri="{FF2B5EF4-FFF2-40B4-BE49-F238E27FC236}">
                <a16:creationId xmlns:a16="http://schemas.microsoft.com/office/drawing/2014/main" id="{5C43D71C-D29C-44DB-937B-6BC366E4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724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4572000"/>
                <a:gridCol w="4114800"/>
              </a:tblGrid>
              <a:tr h="620713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本阶段产物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20713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  任务分析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确定当前目标和验收条件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待回答问题与缺口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20713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  获取材料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检索、读文件、查询工具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候选证据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20713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  筛选整理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权限、版本、去重和排序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可用证据集合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20713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  预算装配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保留必需项，按预算选取其余内容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模型输入请求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20713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  调用后更新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记录结果、变化与下一步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新的任务状态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13780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7">
            <a:extLst xmlns:a="http://schemas.openxmlformats.org/drawingml/2006/main">
              <a:ext uri="{FF2B5EF4-FFF2-40B4-BE49-F238E27FC236}">
                <a16:creationId xmlns:a16="http://schemas.microsoft.com/office/drawing/2014/main" id="{C9E75489-40C1-4975-BB76-C9AA707F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预加载与按需加载</a:t>
            </a:r>
          </a:p>
        </p:txBody>
      </p:sp>
      <p:sp>
        <p:nvSpPr>
          <p:cNvPr id="2" name="text-28">
            <a:extLst xmlns:a="http://schemas.openxmlformats.org/drawingml/2006/main">
              <a:ext uri="{FF2B5EF4-FFF2-40B4-BE49-F238E27FC236}">
                <a16:creationId xmlns:a16="http://schemas.microsoft.com/office/drawing/2014/main" id="{F0DCB2CD-6688-4463-951F-DF8CF0B8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稳定且必需的信息预加载，细节按当前问题读取</a:t>
            </a:r>
          </a:p>
        </p:txBody>
      </p:sp>
      <p:sp>
        <p:nvSpPr>
          <p:cNvPr id="3" name="text-29">
            <a:extLst xmlns:a="http://schemas.openxmlformats.org/drawingml/2006/main">
              <a:ext uri="{FF2B5EF4-FFF2-40B4-BE49-F238E27FC236}">
                <a16:creationId xmlns:a16="http://schemas.microsoft.com/office/drawing/2014/main" id="{68373590-3B89-4D91-BA95-CD76F815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text-30">
            <a:extLst xmlns:a="http://schemas.openxmlformats.org/drawingml/2006/main">
              <a:ext uri="{FF2B5EF4-FFF2-40B4-BE49-F238E27FC236}">
                <a16:creationId xmlns:a16="http://schemas.microsoft.com/office/drawing/2014/main" id="{89166293-5D50-4D8F-98C8-10A18E2C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预加载</a:t>
            </a:r>
          </a:p>
        </p:txBody>
      </p:sp>
      <p:sp>
        <p:nvSpPr>
          <p:cNvPr id="5" name="text-31">
            <a:extLst xmlns:a="http://schemas.openxmlformats.org/drawingml/2006/main">
              <a:ext uri="{FF2B5EF4-FFF2-40B4-BE49-F238E27FC236}">
                <a16:creationId xmlns:a16="http://schemas.microsoft.com/office/drawing/2014/main" id="{BE14E1E3-B46E-442F-9B48-C1935F6A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490537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项目约束与任务目标</a:t>
            </a:r>
          </a:p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当前版本与构建配置</a:t>
            </a:r>
          </a:p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最新状态与验收条件</a:t>
            </a:r>
          </a:p>
        </p:txBody>
      </p:sp>
      <p:sp>
        <p:nvSpPr>
          <p:cNvPr id="6" name="text-32">
            <a:extLst xmlns:a="http://schemas.openxmlformats.org/drawingml/2006/main">
              <a:ext uri="{FF2B5EF4-FFF2-40B4-BE49-F238E27FC236}">
                <a16:creationId xmlns:a16="http://schemas.microsoft.com/office/drawing/2014/main" id="{2DD82EB5-78DF-42E9-B310-0AECE41A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02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8DB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8DBDFF"/>
                </a:solidFill>
                <a:latin typeface="Microsoft YaHei"/>
                <a:ea typeface="Microsoft YaHei"/>
                <a:cs typeface="Microsoft YaHei"/>
              </a:rPr>
              <a:t>按需加载</a:t>
            </a:r>
          </a:p>
        </p:txBody>
      </p:sp>
      <p:sp>
        <p:nvSpPr>
          <p:cNvPr id="7" name="text-33">
            <a:extLst xmlns:a="http://schemas.openxmlformats.org/drawingml/2006/main">
              <a:ext uri="{FF2B5EF4-FFF2-40B4-BE49-F238E27FC236}">
                <a16:creationId xmlns:a16="http://schemas.microsoft.com/office/drawing/2014/main" id="{1E35C0CC-146B-4D76-8FE5-D3E82CD9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81325"/>
            <a:ext cx="48577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相关函数与调用位置</a:t>
            </a:r>
          </a:p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失败时段的原始日志</a:t>
            </a:r>
          </a:p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具体型号与版本的规格</a:t>
            </a:r>
          </a:p>
        </p:txBody>
      </p:sp>
      <p:sp>
        <p:nvSpPr>
          <p:cNvPr id="8" name="text-34">
            <a:extLst xmlns:a="http://schemas.openxmlformats.org/drawingml/2006/main">
              <a:ext uri="{FF2B5EF4-FFF2-40B4-BE49-F238E27FC236}">
                <a16:creationId xmlns:a16="http://schemas.microsoft.com/office/drawing/2014/main" id="{C05DAE81-F141-4F9E-B938-17DE8E86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先读目录或摘要定位，再读能够回答当前问题的细节。</a:t>
            </a:r>
          </a:p>
        </p:txBody>
      </p:sp>
    </p:spTree>
    <p:extLst>
      <p:ext uri="{BB962C8B-B14F-4D97-AF65-F5344CB8AC3E}">
        <p14:creationId xmlns:p14="http://schemas.microsoft.com/office/powerpoint/2010/main" val="12592171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35">
            <a:extLst xmlns:a="http://schemas.openxmlformats.org/drawingml/2006/main">
              <a:ext uri="{FF2B5EF4-FFF2-40B4-BE49-F238E27FC236}">
                <a16:creationId xmlns:a16="http://schemas.microsoft.com/office/drawing/2014/main" id="{900D3163-63AC-4ECE-A5B3-C45E8ABB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检索结果的筛选</a:t>
            </a:r>
          </a:p>
        </p:txBody>
      </p:sp>
      <p:sp>
        <p:nvSpPr>
          <p:cNvPr id="2" name="text-36">
            <a:extLst xmlns:a="http://schemas.openxmlformats.org/drawingml/2006/main">
              <a:ext uri="{FF2B5EF4-FFF2-40B4-BE49-F238E27FC236}">
                <a16:creationId xmlns:a16="http://schemas.microsoft.com/office/drawing/2014/main" id="{67887B1E-52E7-4859-8E75-AE39619F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相关性之外，还要检查权限、适用版本和证据完整性</a:t>
            </a:r>
          </a:p>
        </p:txBody>
      </p:sp>
      <p:sp>
        <p:nvSpPr>
          <p:cNvPr id="3" name="text-37">
            <a:extLst xmlns:a="http://schemas.openxmlformats.org/drawingml/2006/main">
              <a:ext uri="{FF2B5EF4-FFF2-40B4-BE49-F238E27FC236}">
                <a16:creationId xmlns:a16="http://schemas.microsoft.com/office/drawing/2014/main" id="{045EB005-B334-4AB0-B8D8-8C404F33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text-38">
            <a:extLst xmlns:a="http://schemas.openxmlformats.org/drawingml/2006/main">
              <a:ext uri="{FF2B5EF4-FFF2-40B4-BE49-F238E27FC236}">
                <a16:creationId xmlns:a16="http://schemas.microsoft.com/office/drawing/2014/main" id="{B9335FAD-D333-4F44-939C-1AABA610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39">
            <a:extLst xmlns:a="http://schemas.openxmlformats.org/drawingml/2006/main">
              <a:ext uri="{FF2B5EF4-FFF2-40B4-BE49-F238E27FC236}">
                <a16:creationId xmlns:a16="http://schemas.microsoft.com/office/drawing/2014/main" id="{6B4FAB0F-8B6B-40D2-80EF-1D1CDC8C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19812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限定范围</a:t>
            </a:r>
          </a:p>
        </p:txBody>
      </p:sp>
      <p:sp>
        <p:nvSpPr>
          <p:cNvPr id="6" name="text-40">
            <a:extLst xmlns:a="http://schemas.openxmlformats.org/drawingml/2006/main">
              <a:ext uri="{FF2B5EF4-FFF2-40B4-BE49-F238E27FC236}">
                <a16:creationId xmlns:a16="http://schemas.microsoft.com/office/drawing/2014/main" id="{313F4048-1D3E-467A-8B03-EB3AAA1D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030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按项目、身份和代码版本筛选可访问材料。</a:t>
            </a:r>
          </a:p>
        </p:txBody>
      </p:sp>
      <p:sp>
        <p:nvSpPr>
          <p:cNvPr id="7" name="text-41">
            <a:extLst xmlns:a="http://schemas.openxmlformats.org/drawingml/2006/main">
              <a:ext uri="{FF2B5EF4-FFF2-40B4-BE49-F238E27FC236}">
                <a16:creationId xmlns:a16="http://schemas.microsoft.com/office/drawing/2014/main" id="{B3DC1EB7-A788-4788-90E0-F33B7AAA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42">
            <a:extLst xmlns:a="http://schemas.openxmlformats.org/drawingml/2006/main">
              <a:ext uri="{FF2B5EF4-FFF2-40B4-BE49-F238E27FC236}">
                <a16:creationId xmlns:a16="http://schemas.microsoft.com/office/drawing/2014/main" id="{C7E80547-AE83-4C87-AFDC-42BBE541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9527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组合搜索</a:t>
            </a:r>
          </a:p>
        </p:txBody>
      </p:sp>
      <p:sp>
        <p:nvSpPr>
          <p:cNvPr id="9" name="text-43">
            <a:extLst xmlns:a="http://schemas.openxmlformats.org/drawingml/2006/main">
              <a:ext uri="{FF2B5EF4-FFF2-40B4-BE49-F238E27FC236}">
                <a16:creationId xmlns:a16="http://schemas.microsoft.com/office/drawing/2014/main" id="{5EA0803F-DCE6-409D-9186-FE0D7F58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函数名与错误码用精确搜索，概念问题可结合语义检索。</a:t>
            </a:r>
          </a:p>
        </p:txBody>
      </p:sp>
      <p:sp>
        <p:nvSpPr>
          <p:cNvPr id="10" name="text-44">
            <a:extLst xmlns:a="http://schemas.openxmlformats.org/drawingml/2006/main">
              <a:ext uri="{FF2B5EF4-FFF2-40B4-BE49-F238E27FC236}">
                <a16:creationId xmlns:a16="http://schemas.microsoft.com/office/drawing/2014/main" id="{81963AE6-2474-4086-8EDE-61F8083C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45">
            <a:extLst xmlns:a="http://schemas.openxmlformats.org/drawingml/2006/main">
              <a:ext uri="{FF2B5EF4-FFF2-40B4-BE49-F238E27FC236}">
                <a16:creationId xmlns:a16="http://schemas.microsoft.com/office/drawing/2014/main" id="{08C8837D-C2ED-4534-97C5-7E349444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9243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整理证据</a:t>
            </a:r>
          </a:p>
        </p:txBody>
      </p:sp>
      <p:sp>
        <p:nvSpPr>
          <p:cNvPr id="12" name="text-46">
            <a:extLst xmlns:a="http://schemas.openxmlformats.org/drawingml/2006/main">
              <a:ext uri="{FF2B5EF4-FFF2-40B4-BE49-F238E27FC236}">
                <a16:creationId xmlns:a16="http://schemas.microsoft.com/office/drawing/2014/main" id="{A76C02CE-6321-4654-B79D-23E03C95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4340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去重、重排，必要时补充定义、调用点和前后日志。</a:t>
            </a:r>
          </a:p>
        </p:txBody>
      </p:sp>
      <p:sp>
        <p:nvSpPr>
          <p:cNvPr id="13" name="text-47">
            <a:extLst xmlns:a="http://schemas.openxmlformats.org/drawingml/2006/main">
              <a:ext uri="{FF2B5EF4-FFF2-40B4-BE49-F238E27FC236}">
                <a16:creationId xmlns:a16="http://schemas.microsoft.com/office/drawing/2014/main" id="{CA5DF048-3C51-4D3F-9AFC-6C52A773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48">
            <a:extLst xmlns:a="http://schemas.openxmlformats.org/drawingml/2006/main">
              <a:ext uri="{FF2B5EF4-FFF2-40B4-BE49-F238E27FC236}">
                <a16:creationId xmlns:a16="http://schemas.microsoft.com/office/drawing/2014/main" id="{1101FE24-FB8C-447A-98CF-586328AB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8958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核对覆盖</a:t>
            </a:r>
          </a:p>
        </p:txBody>
      </p:sp>
      <p:sp>
        <p:nvSpPr>
          <p:cNvPr id="15" name="text-49">
            <a:extLst xmlns:a="http://schemas.openxmlformats.org/drawingml/2006/main">
              <a:ext uri="{FF2B5EF4-FFF2-40B4-BE49-F238E27FC236}">
                <a16:creationId xmlns:a16="http://schemas.microsoft.com/office/drawing/2014/main" id="{6AC24FFD-C864-473A-B12D-AA1A59E9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149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逐项检查关键问题是否有证据，缺失项继续检索或报告。</a:t>
            </a:r>
          </a:p>
        </p:txBody>
      </p:sp>
    </p:spTree>
    <p:extLst>
      <p:ext uri="{BB962C8B-B14F-4D97-AF65-F5344CB8AC3E}">
        <p14:creationId xmlns:p14="http://schemas.microsoft.com/office/powerpoint/2010/main" val="10364554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50">
            <a:extLst xmlns:a="http://schemas.openxmlformats.org/drawingml/2006/main">
              <a:ext uri="{FF2B5EF4-FFF2-40B4-BE49-F238E27FC236}">
                <a16:creationId xmlns:a16="http://schemas.microsoft.com/office/drawing/2014/main" id="{55EF03C9-B0FD-4C49-A172-6A13AA35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证据包的最小结构</a:t>
            </a:r>
          </a:p>
        </p:txBody>
      </p:sp>
      <p:sp>
        <p:nvSpPr>
          <p:cNvPr id="2" name="text-51">
            <a:extLst xmlns:a="http://schemas.openxmlformats.org/drawingml/2006/main">
              <a:ext uri="{FF2B5EF4-FFF2-40B4-BE49-F238E27FC236}">
                <a16:creationId xmlns:a16="http://schemas.microsoft.com/office/drawing/2014/main" id="{300F6FE6-ABE6-48BA-8BFB-1DB316D7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事实、定位信息与不确定性一起进入上下文</a:t>
            </a:r>
          </a:p>
        </p:txBody>
      </p:sp>
      <p:sp>
        <p:nvSpPr>
          <p:cNvPr id="3" name="text-52">
            <a:extLst xmlns:a="http://schemas.openxmlformats.org/drawingml/2006/main">
              <a:ext uri="{FF2B5EF4-FFF2-40B4-BE49-F238E27FC236}">
                <a16:creationId xmlns:a16="http://schemas.microsoft.com/office/drawing/2014/main" id="{818D75E7-0CA4-465D-9F33-A7D7BF91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text-53">
            <a:extLst xmlns:a="http://schemas.openxmlformats.org/drawingml/2006/main">
              <a:ext uri="{FF2B5EF4-FFF2-40B4-BE49-F238E27FC236}">
                <a16:creationId xmlns:a16="http://schemas.microsoft.com/office/drawing/2014/main" id="{A20CD17F-0272-44EB-97C4-08B8F56D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# 教学结构：一条证据必须能够定位并复核</a:t>
            </a:r>
          </a:p>
        </p:txBody>
      </p:sp>
      <p:sp>
        <p:nvSpPr>
          <p:cNvPr id="5" name="text-54">
            <a:extLst xmlns:a="http://schemas.openxmlformats.org/drawingml/2006/main">
              <a:ext uri="{FF2B5EF4-FFF2-40B4-BE49-F238E27FC236}">
                <a16:creationId xmlns:a16="http://schemas.microsoft.com/office/drawing/2014/main" id="{240EF6CF-EDDB-4018-975D-4B0BBD15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evidence_id: E03             # 本任务内的唯一标识</a:t>
            </a:r>
          </a:p>
        </p:txBody>
      </p:sp>
      <p:sp>
        <p:nvSpPr>
          <p:cNvPr id="6" name="text-55">
            <a:extLst xmlns:a="http://schemas.openxmlformats.org/drawingml/2006/main">
              <a:ext uri="{FF2B5EF4-FFF2-40B4-BE49-F238E27FC236}">
                <a16:creationId xmlns:a16="http://schemas.microsoft.com/office/drawing/2014/main" id="{6CA41606-4075-4E74-A71E-C9695860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kind: test_report           # 区分代码、规格或测试记录</a:t>
            </a:r>
          </a:p>
        </p:txBody>
      </p:sp>
      <p:sp>
        <p:nvSpPr>
          <p:cNvPr id="7" name="text-56">
            <a:extLst xmlns:a="http://schemas.openxmlformats.org/drawingml/2006/main">
              <a:ext uri="{FF2B5EF4-FFF2-40B4-BE49-F238E27FC236}">
                <a16:creationId xmlns:a16="http://schemas.microsoft.com/office/drawing/2014/main" id="{FA7D49AE-3EEB-4BCF-8017-C0A583B9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revision: build_A           # 对应的代码或文档版本</a:t>
            </a:r>
          </a:p>
        </p:txBody>
      </p:sp>
      <p:sp>
        <p:nvSpPr>
          <p:cNvPr id="8" name="text-57">
            <a:extLst xmlns:a="http://schemas.openxmlformats.org/drawingml/2006/main">
              <a:ext uri="{FF2B5EF4-FFF2-40B4-BE49-F238E27FC236}">
                <a16:creationId xmlns:a16="http://schemas.microsoft.com/office/drawing/2014/main" id="{1DED47CF-06E4-4BAC-8A98-9CC18E47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path: runs/A/report.txt     # 原始记录位置，便于按需重读</a:t>
            </a:r>
          </a:p>
        </p:txBody>
      </p:sp>
      <p:sp>
        <p:nvSpPr>
          <p:cNvPr id="9" name="text-58">
            <a:extLst xmlns:a="http://schemas.openxmlformats.org/drawingml/2006/main">
              <a:ext uri="{FF2B5EF4-FFF2-40B4-BE49-F238E27FC236}">
                <a16:creationId xmlns:a16="http://schemas.microsoft.com/office/drawing/2014/main" id="{2866DC6E-2743-433E-A078-5282FEC0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observed_at: run_timestamp  # 采集时间，用于判断时效</a:t>
            </a:r>
          </a:p>
        </p:txBody>
      </p:sp>
      <p:sp>
        <p:nvSpPr>
          <p:cNvPr id="10" name="text-59">
            <a:extLst xmlns:a="http://schemas.openxmlformats.org/drawingml/2006/main">
              <a:ext uri="{FF2B5EF4-FFF2-40B4-BE49-F238E27FC236}">
                <a16:creationId xmlns:a16="http://schemas.microsoft.com/office/drawing/2014/main" id="{D69737F9-09AA-4254-B308-C66F384F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content: relevant_excerpt  # 保留相关原文和必要上下文</a:t>
            </a:r>
          </a:p>
        </p:txBody>
      </p:sp>
      <p:sp>
        <p:nvSpPr>
          <p:cNvPr id="11" name="text-60">
            <a:extLst xmlns:a="http://schemas.openxmlformats.org/drawingml/2006/main">
              <a:ext uri="{FF2B5EF4-FFF2-40B4-BE49-F238E27FC236}">
                <a16:creationId xmlns:a16="http://schemas.microsoft.com/office/drawing/2014/main" id="{C94AB0F8-BB43-421A-BBC1-9D5E57C7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claims: [observed_failure]  # 只记录本证据能够支持的事实</a:t>
            </a:r>
          </a:p>
        </p:txBody>
      </p:sp>
      <p:sp>
        <p:nvSpPr>
          <p:cNvPr id="12" name="text-61">
            <a:extLst xmlns:a="http://schemas.openxmlformats.org/drawingml/2006/main">
              <a:ext uri="{FF2B5EF4-FFF2-40B4-BE49-F238E27FC236}">
                <a16:creationId xmlns:a16="http://schemas.microsoft.com/office/drawing/2014/main" id="{6AA3D4EB-D539-48DF-82CE-733AE49A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uncertainty: missing_trace  # 单独记录缺失证据与未知项</a:t>
            </a:r>
          </a:p>
        </p:txBody>
      </p:sp>
      <p:sp>
        <p:nvSpPr>
          <p:cNvPr id="13" name="text-62">
            <a:extLst xmlns:a="http://schemas.openxmlformats.org/drawingml/2006/main">
              <a:ext uri="{FF2B5EF4-FFF2-40B4-BE49-F238E27FC236}">
                <a16:creationId xmlns:a16="http://schemas.microsoft.com/office/drawing/2014/main" id="{A0C6ADA2-191F-4EAA-872C-A023A883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trust: external_data       # 作为材料读取，不授予指令权限</a:t>
            </a:r>
          </a:p>
        </p:txBody>
      </p:sp>
    </p:spTree>
    <p:extLst>
      <p:ext uri="{BB962C8B-B14F-4D97-AF65-F5344CB8AC3E}">
        <p14:creationId xmlns:p14="http://schemas.microsoft.com/office/powerpoint/2010/main" val="19569917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63">
            <a:extLst xmlns:a="http://schemas.openxmlformats.org/drawingml/2006/main">
              <a:ext uri="{FF2B5EF4-FFF2-40B4-BE49-F238E27FC236}">
                <a16:creationId xmlns:a16="http://schemas.microsoft.com/office/drawing/2014/main" id="{38E145BD-9B58-4922-9ADA-B8B348E2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上下文预算示例</a:t>
            </a:r>
          </a:p>
        </p:txBody>
      </p:sp>
      <p:sp>
        <p:nvSpPr>
          <p:cNvPr id="2" name="text-64">
            <a:extLst xmlns:a="http://schemas.openxmlformats.org/drawingml/2006/main">
              <a:ext uri="{FF2B5EF4-FFF2-40B4-BE49-F238E27FC236}">
                <a16:creationId xmlns:a16="http://schemas.microsoft.com/office/drawing/2014/main" id="{30B2C577-521B-4A27-8C80-9EB2C097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32,000 总窗口 − 6,000 输出预留 − 2,000 余量 = 24,000 输入</a:t>
            </a:r>
          </a:p>
        </p:txBody>
      </p:sp>
      <p:sp>
        <p:nvSpPr>
          <p:cNvPr id="3" name="text-65">
            <a:extLst xmlns:a="http://schemas.openxmlformats.org/drawingml/2006/main">
              <a:ext uri="{FF2B5EF4-FFF2-40B4-BE49-F238E27FC236}">
                <a16:creationId xmlns:a16="http://schemas.microsoft.com/office/drawing/2014/main" id="{EA6C8963-354F-4AB5-9715-BA9CD552E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28650" y="1981200"/>
          <a:ext xmlns:a="http://schemas.openxmlformats.org/drawingml/2006/main" cx="68103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c75e2116e349c9"/>
          </a:graphicData>
        </a:graphic>
      </p:graphicFrame>
      <p:sp>
        <p:nvSpPr>
          <p:cNvPr id="5" name="text-66">
            <a:extLst xmlns:a="http://schemas.openxmlformats.org/drawingml/2006/main">
              <a:ext uri="{FF2B5EF4-FFF2-40B4-BE49-F238E27FC236}">
                <a16:creationId xmlns:a16="http://schemas.microsoft.com/office/drawing/2014/main" id="{22EECA8B-DB59-433A-975D-85D48E3C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28850"/>
            <a:ext cx="323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24,000</a:t>
            </a:r>
          </a:p>
        </p:txBody>
      </p:sp>
      <p:sp>
        <p:nvSpPr>
          <p:cNvPr id="6" name="text-67">
            <a:extLst xmlns:a="http://schemas.openxmlformats.org/drawingml/2006/main">
              <a:ext uri="{FF2B5EF4-FFF2-40B4-BE49-F238E27FC236}">
                <a16:creationId xmlns:a16="http://schemas.microsoft.com/office/drawing/2014/main" id="{1ED81BF9-E71C-47F8-8BC1-90B300CF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0575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本次可用输入 token</a:t>
            </a:r>
          </a:p>
        </p:txBody>
      </p:sp>
      <p:sp>
        <p:nvSpPr>
          <p:cNvPr id="7" name="text-68">
            <a:extLst xmlns:a="http://schemas.openxmlformats.org/drawingml/2006/main">
              <a:ext uri="{FF2B5EF4-FFF2-40B4-BE49-F238E27FC236}">
                <a16:creationId xmlns:a16="http://schemas.microsoft.com/office/drawing/2014/main" id="{62FB159A-A422-4319-A15D-F6FE349A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895725"/>
            <a:ext cx="328612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先保留输出空间</a:t>
            </a:r>
          </a:p>
          <a:p xmlns:a="http://schemas.openxmlformats.org/drawingml/2006/main">
            <a:pPr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再给证据分配预算</a:t>
            </a:r>
          </a:p>
          <a:p xmlns:a="http://schemas.openxmlformats.org/drawingml/2006/main">
            <a:pPr>
              <a:def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最后统计完整请求</a:t>
            </a:r>
          </a:p>
        </p:txBody>
      </p:sp>
      <p:sp>
        <p:nvSpPr>
          <p:cNvPr id="8" name="text-69">
            <a:extLst xmlns:a="http://schemas.openxmlformats.org/drawingml/2006/main">
              <a:ext uri="{FF2B5EF4-FFF2-40B4-BE49-F238E27FC236}">
                <a16:creationId xmlns:a16="http://schemas.microsoft.com/office/drawing/2014/main" id="{2761EFB3-1E6B-4E03-977E-5BDF218F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rPr>
              <a:t>教学配置，非模型规格。实际计量与额度规则以所用接口为准。</a:t>
            </a:r>
          </a:p>
        </p:txBody>
      </p:sp>
    </p:spTree>
    <p:extLst>
      <p:ext uri="{BB962C8B-B14F-4D97-AF65-F5344CB8AC3E}">
        <p14:creationId xmlns:p14="http://schemas.microsoft.com/office/powerpoint/2010/main" val="808951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70">
            <a:extLst xmlns:a="http://schemas.openxmlformats.org/drawingml/2006/main">
              <a:ext uri="{FF2B5EF4-FFF2-40B4-BE49-F238E27FC236}">
                <a16:creationId xmlns:a16="http://schemas.microsoft.com/office/drawing/2014/main" id="{24903FFA-04BD-40B2-AE26-FD714EFA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预算不足时的信息优先级</a:t>
            </a:r>
          </a:p>
        </p:txBody>
      </p:sp>
      <p:sp>
        <p:nvSpPr>
          <p:cNvPr id="2" name="text-71">
            <a:extLst xmlns:a="http://schemas.openxmlformats.org/drawingml/2006/main">
              <a:ext uri="{FF2B5EF4-FFF2-40B4-BE49-F238E27FC236}">
                <a16:creationId xmlns:a16="http://schemas.microsoft.com/office/drawing/2014/main" id="{5F62921F-F5C6-46F1-B48B-CF804330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压缩可恢复的冗余，保留任务必需的信息</a:t>
            </a:r>
          </a:p>
        </p:txBody>
      </p:sp>
      <p:sp>
        <p:nvSpPr>
          <p:cNvPr id="3" name="text-72">
            <a:extLst xmlns:a="http://schemas.openxmlformats.org/drawingml/2006/main">
              <a:ext uri="{FF2B5EF4-FFF2-40B4-BE49-F238E27FC236}">
                <a16:creationId xmlns:a16="http://schemas.microsoft.com/office/drawing/2014/main" id="{70F81721-4DB3-4E27-9E03-6D4BF0DC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text-73">
            <a:extLst xmlns:a="http://schemas.openxmlformats.org/drawingml/2006/main">
              <a:ext uri="{FF2B5EF4-FFF2-40B4-BE49-F238E27FC236}">
                <a16:creationId xmlns:a16="http://schemas.microsoft.com/office/drawing/2014/main" id="{322430B0-ADC5-45D4-83E9-79D388FD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74">
            <a:extLst xmlns:a="http://schemas.openxmlformats.org/drawingml/2006/main">
              <a:ext uri="{FF2B5EF4-FFF2-40B4-BE49-F238E27FC236}">
                <a16:creationId xmlns:a16="http://schemas.microsoft.com/office/drawing/2014/main" id="{9A413244-CF81-49B0-93EA-62B35B3E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002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固定保留</a:t>
            </a:r>
          </a:p>
        </p:txBody>
      </p:sp>
      <p:sp>
        <p:nvSpPr>
          <p:cNvPr id="6" name="text-75">
            <a:extLst xmlns:a="http://schemas.openxmlformats.org/drawingml/2006/main">
              <a:ext uri="{FF2B5EF4-FFF2-40B4-BE49-F238E27FC236}">
                <a16:creationId xmlns:a16="http://schemas.microsoft.com/office/drawing/2014/main" id="{8AC5C974-5A4C-47FF-B1F7-52DCBD5A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193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任务目标、修改边界、验收要求和关键证据。</a:t>
            </a:r>
          </a:p>
        </p:txBody>
      </p:sp>
      <p:sp>
        <p:nvSpPr>
          <p:cNvPr id="7" name="text-76">
            <a:extLst xmlns:a="http://schemas.openxmlformats.org/drawingml/2006/main">
              <a:ext uri="{FF2B5EF4-FFF2-40B4-BE49-F238E27FC236}">
                <a16:creationId xmlns:a16="http://schemas.microsoft.com/office/drawing/2014/main" id="{73AA57D6-B740-4966-B9BE-03C6CAD9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77">
            <a:extLst xmlns:a="http://schemas.openxmlformats.org/drawingml/2006/main">
              <a:ext uri="{FF2B5EF4-FFF2-40B4-BE49-F238E27FC236}">
                <a16:creationId xmlns:a16="http://schemas.microsoft.com/office/drawing/2014/main" id="{6EFE6579-E39B-41EF-A104-85DBC77B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9718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优先精简</a:t>
            </a:r>
          </a:p>
        </p:txBody>
      </p:sp>
      <p:sp>
        <p:nvSpPr>
          <p:cNvPr id="9" name="text-78">
            <a:extLst xmlns:a="http://schemas.openxmlformats.org/drawingml/2006/main">
              <a:ext uri="{FF2B5EF4-FFF2-40B4-BE49-F238E27FC236}">
                <a16:creationId xmlns:a16="http://schemas.microsoft.com/office/drawing/2014/main" id="{8254B899-9CB0-4BC6-8DA1-1B19BF21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9090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重复日志、已结束的工具输出、无关对话与过时内容。</a:t>
            </a:r>
          </a:p>
        </p:txBody>
      </p:sp>
      <p:sp>
        <p:nvSpPr>
          <p:cNvPr id="10" name="text-79">
            <a:extLst xmlns:a="http://schemas.openxmlformats.org/drawingml/2006/main">
              <a:ext uri="{FF2B5EF4-FFF2-40B4-BE49-F238E27FC236}">
                <a16:creationId xmlns:a16="http://schemas.microsoft.com/office/drawing/2014/main" id="{92660CDD-103E-48AC-8FF4-C529B4E3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80">
            <a:extLst xmlns:a="http://schemas.openxmlformats.org/drawingml/2006/main">
              <a:ext uri="{FF2B5EF4-FFF2-40B4-BE49-F238E27FC236}">
                <a16:creationId xmlns:a16="http://schemas.microsoft.com/office/drawing/2014/main" id="{04194FA1-19E8-4E16-9962-B497A7BA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9433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按价值选取</a:t>
            </a:r>
          </a:p>
        </p:txBody>
      </p:sp>
      <p:sp>
        <p:nvSpPr>
          <p:cNvPr id="12" name="text-81">
            <a:extLst xmlns:a="http://schemas.openxmlformats.org/drawingml/2006/main">
              <a:ext uri="{FF2B5EF4-FFF2-40B4-BE49-F238E27FC236}">
                <a16:creationId xmlns:a16="http://schemas.microsoft.com/office/drawing/2014/main" id="{C0F1979F-6ABC-4F7D-A150-28EF5EE2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优先选择能补齐问题覆盖的证据，再考虑 token 成本。</a:t>
            </a:r>
          </a:p>
        </p:txBody>
      </p:sp>
      <p:sp>
        <p:nvSpPr>
          <p:cNvPr id="13" name="text-82">
            <a:extLst xmlns:a="http://schemas.openxmlformats.org/drawingml/2006/main">
              <a:ext uri="{FF2B5EF4-FFF2-40B4-BE49-F238E27FC236}">
                <a16:creationId xmlns:a16="http://schemas.microsoft.com/office/drawing/2014/main" id="{F838695E-B6B7-4B60-ACAD-6F260775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83">
            <a:extLst xmlns:a="http://schemas.openxmlformats.org/drawingml/2006/main">
              <a:ext uri="{FF2B5EF4-FFF2-40B4-BE49-F238E27FC236}">
                <a16:creationId xmlns:a16="http://schemas.microsoft.com/office/drawing/2014/main" id="{D82D557A-3D3A-47C9-A7CA-481A1E83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9149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显式处理溢出</a:t>
            </a:r>
          </a:p>
        </p:txBody>
      </p:sp>
      <p:sp>
        <p:nvSpPr>
          <p:cNvPr id="15" name="text-84">
            <a:extLst xmlns:a="http://schemas.openxmlformats.org/drawingml/2006/main">
              <a:ext uri="{FF2B5EF4-FFF2-40B4-BE49-F238E27FC236}">
                <a16:creationId xmlns:a16="http://schemas.microsoft.com/office/drawing/2014/main" id="{FE878E5F-4659-4E56-AA66-8543A38C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3400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必需项仍超预算时分解任务或报告缺口，不静默删除。</a:t>
            </a:r>
          </a:p>
        </p:txBody>
      </p:sp>
    </p:spTree>
    <p:extLst>
      <p:ext uri="{BB962C8B-B14F-4D97-AF65-F5344CB8AC3E}">
        <p14:creationId xmlns:p14="http://schemas.microsoft.com/office/powerpoint/2010/main" val="4327728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85">
            <a:extLst xmlns:a="http://schemas.openxmlformats.org/drawingml/2006/main">
              <a:ext uri="{FF2B5EF4-FFF2-40B4-BE49-F238E27FC236}">
                <a16:creationId xmlns:a16="http://schemas.microsoft.com/office/drawing/2014/main" id="{056A0EC7-ECCA-45E9-9765-3C9C51B2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工具返回值也是上下文设计</a:t>
            </a:r>
          </a:p>
        </p:txBody>
      </p:sp>
      <p:sp>
        <p:nvSpPr>
          <p:cNvPr id="2" name="text-86">
            <a:extLst xmlns:a="http://schemas.openxmlformats.org/drawingml/2006/main">
              <a:ext uri="{FF2B5EF4-FFF2-40B4-BE49-F238E27FC236}">
                <a16:creationId xmlns:a16="http://schemas.microsoft.com/office/drawing/2014/main" id="{99C35503-C548-46CE-8B11-A7C311FE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返回足够支持判断的信息，并保留重读原文的入口</a:t>
            </a:r>
          </a:p>
        </p:txBody>
      </p:sp>
      <p:sp>
        <p:nvSpPr>
          <p:cNvPr id="3" name="text-87">
            <a:extLst xmlns:a="http://schemas.openxmlformats.org/drawingml/2006/main">
              <a:ext uri="{FF2B5EF4-FFF2-40B4-BE49-F238E27FC236}">
                <a16:creationId xmlns:a16="http://schemas.microsoft.com/office/drawing/2014/main" id="{EC909E44-1382-4F67-B2D0-C70A531F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276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24075"/>
                <a:gridCol w="5038725"/>
                <a:gridCol w="3810000"/>
              </a:tblGrid>
              <a:tr h="65532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场景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模型本轮需要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完整材料处理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5532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搜索日志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匹配片段、时间范围、总匹配数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保留全文路径和分页入口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532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运行测试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 / 失败 / 未知，失败用例与版本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原始报告落盘，必要时重读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532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读取代码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函数定义、关联行号与代码版本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按需补充调用点及依赖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532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调用失败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错误类型、原因、是否可重试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区分无匹配、超时和权限不足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5" name="text-88">
            <a:extLst xmlns:a="http://schemas.openxmlformats.org/drawingml/2006/main">
              <a:ext uri="{FF2B5EF4-FFF2-40B4-BE49-F238E27FC236}">
                <a16:creationId xmlns:a16="http://schemas.microsoft.com/office/drawing/2014/main" id="{53DF079E-8B7E-4313-9ECE-D3C33A6B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截断必须标明，空结果必须与执行失败区分。</a:t>
            </a:r>
          </a:p>
        </p:txBody>
      </p:sp>
    </p:spTree>
    <p:extLst>
      <p:ext uri="{BB962C8B-B14F-4D97-AF65-F5344CB8AC3E}">
        <p14:creationId xmlns:p14="http://schemas.microsoft.com/office/powerpoint/2010/main" val="17409564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89">
            <a:extLst xmlns:a="http://schemas.openxmlformats.org/drawingml/2006/main">
              <a:ext uri="{FF2B5EF4-FFF2-40B4-BE49-F238E27FC236}">
                <a16:creationId xmlns:a16="http://schemas.microsoft.com/office/drawing/2014/main" id="{6742952F-8094-48C8-AD29-9B99E48F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工作状态与持久化记忆</a:t>
            </a:r>
          </a:p>
        </p:txBody>
      </p:sp>
      <p:sp>
        <p:nvSpPr>
          <p:cNvPr id="2" name="text-90">
            <a:extLst xmlns:a="http://schemas.openxmlformats.org/drawingml/2006/main">
              <a:ext uri="{FF2B5EF4-FFF2-40B4-BE49-F238E27FC236}">
                <a16:creationId xmlns:a16="http://schemas.microsoft.com/office/drawing/2014/main" id="{9DE56FCC-3EA4-49F8-8659-3029A37A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按有效期与用途保存信息，在调用前选择性读取</a:t>
            </a:r>
          </a:p>
        </p:txBody>
      </p:sp>
      <p:sp>
        <p:nvSpPr>
          <p:cNvPr id="3" name="text-91">
            <a:extLst xmlns:a="http://schemas.openxmlformats.org/drawingml/2006/main">
              <a:ext uri="{FF2B5EF4-FFF2-40B4-BE49-F238E27FC236}">
                <a16:creationId xmlns:a16="http://schemas.microsoft.com/office/drawing/2014/main" id="{D723A1CA-46BC-4E94-BD4C-8408BC66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295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76500"/>
                <a:gridCol w="4381500"/>
                <a:gridCol w="4114800"/>
              </a:tblGrid>
              <a:tr h="65913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保存什么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更新与失效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5913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当前工作状态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目标、已做步骤、结果、下一步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每轮更新，纠正后覆盖旧结论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913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项目持久化记忆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稳定约定、接口约束、确认的经验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按版本 / 范围更新，支持删除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913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外部原始材料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完整日志、规格、代码与报告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作为复核依据，保留版本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913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本次模型输入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选中的规则、状态与证据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每次调用重新装配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5" name="text-92">
            <a:extLst xmlns:a="http://schemas.openxmlformats.org/drawingml/2006/main">
              <a:ext uri="{FF2B5EF4-FFF2-40B4-BE49-F238E27FC236}">
                <a16:creationId xmlns:a16="http://schemas.microsoft.com/office/drawing/2014/main" id="{418A1AA8-C159-49B9-A9D1-80EF3F6D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持久化保存和上下文加载是两个独立步骤。</a:t>
            </a:r>
          </a:p>
        </p:txBody>
      </p:sp>
    </p:spTree>
    <p:extLst>
      <p:ext uri="{BB962C8B-B14F-4D97-AF65-F5344CB8AC3E}">
        <p14:creationId xmlns:p14="http://schemas.microsoft.com/office/powerpoint/2010/main" val="21352279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93">
            <a:extLst xmlns:a="http://schemas.openxmlformats.org/drawingml/2006/main">
              <a:ext uri="{FF2B5EF4-FFF2-40B4-BE49-F238E27FC236}">
                <a16:creationId xmlns:a16="http://schemas.microsoft.com/office/drawing/2014/main" id="{D7B6EB9F-4121-4B3E-A08B-FA128745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压缩历史时的保留规则</a:t>
            </a:r>
          </a:p>
        </p:txBody>
      </p:sp>
      <p:sp>
        <p:nvSpPr>
          <p:cNvPr id="2" name="text-94">
            <a:extLst xmlns:a="http://schemas.openxmlformats.org/drawingml/2006/main">
              <a:ext uri="{FF2B5EF4-FFF2-40B4-BE49-F238E27FC236}">
                <a16:creationId xmlns:a16="http://schemas.microsoft.com/office/drawing/2014/main" id="{4239DA30-2D6C-414D-B147-43DA3303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摘要需要延续任务状态，并保留关键不确定性</a:t>
            </a:r>
          </a:p>
        </p:txBody>
      </p:sp>
      <p:sp>
        <p:nvSpPr>
          <p:cNvPr id="3" name="text-95">
            <a:extLst xmlns:a="http://schemas.openxmlformats.org/drawingml/2006/main">
              <a:ext uri="{FF2B5EF4-FFF2-40B4-BE49-F238E27FC236}">
                <a16:creationId xmlns:a16="http://schemas.microsoft.com/office/drawing/2014/main" id="{2B2585F0-D263-4137-8039-B15A8CCF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657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305300"/>
                <a:gridCol w="6667500"/>
              </a:tblGrid>
              <a:tr h="60960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历史内容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压缩后的形式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0960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多个重复搜索与大段日志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本轮发现 + 关键片段 + 原始路径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0960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已尝试但无效的修改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尝试内容 + 对应版本 + 检查结果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0960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被证据排除的怀疑点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排除条件 + 适用范围 + 证据编号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0960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待验证猜测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明确标记“假设”，附缺失检查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09600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当前任务进度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 / 待完成 / 下一步 / 约束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52250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96">
            <a:extLst xmlns:a="http://schemas.openxmlformats.org/drawingml/2006/main">
              <a:ext uri="{FF2B5EF4-FFF2-40B4-BE49-F238E27FC236}">
                <a16:creationId xmlns:a16="http://schemas.microsoft.com/office/drawing/2014/main" id="{0B829043-ABAB-4457-BE89-C564C7A4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上下文的信任边界</a:t>
            </a:r>
          </a:p>
        </p:txBody>
      </p:sp>
      <p:sp>
        <p:nvSpPr>
          <p:cNvPr id="2" name="text-97">
            <a:extLst xmlns:a="http://schemas.openxmlformats.org/drawingml/2006/main">
              <a:ext uri="{FF2B5EF4-FFF2-40B4-BE49-F238E27FC236}">
                <a16:creationId xmlns:a16="http://schemas.microsoft.com/office/drawing/2014/main" id="{672B001D-487D-4180-A6D1-7C78E655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外部材料的内容不能自行改变宿主授权和任务规则</a:t>
            </a:r>
          </a:p>
        </p:txBody>
      </p:sp>
      <p:sp>
        <p:nvSpPr>
          <p:cNvPr id="3" name="text-98">
            <a:extLst xmlns:a="http://schemas.openxmlformats.org/drawingml/2006/main">
              <a:ext uri="{FF2B5EF4-FFF2-40B4-BE49-F238E27FC236}">
                <a16:creationId xmlns:a16="http://schemas.microsoft.com/office/drawing/2014/main" id="{7F30553D-3099-4C5D-A90E-F5BA07E7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text-99">
            <a:extLst xmlns:a="http://schemas.openxmlformats.org/drawingml/2006/main">
              <a:ext uri="{FF2B5EF4-FFF2-40B4-BE49-F238E27FC236}">
                <a16:creationId xmlns:a16="http://schemas.microsoft.com/office/drawing/2014/main" id="{A17A26D5-18CA-4B6A-9768-17903963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100">
            <a:extLst xmlns:a="http://schemas.openxmlformats.org/drawingml/2006/main">
              <a:ext uri="{FF2B5EF4-FFF2-40B4-BE49-F238E27FC236}">
                <a16:creationId xmlns:a16="http://schemas.microsoft.com/office/drawing/2014/main" id="{0C015FC7-A8CF-432A-A4F5-6B24D1EF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193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分开传递指令与数据</a:t>
            </a:r>
          </a:p>
        </p:txBody>
      </p:sp>
      <p:sp>
        <p:nvSpPr>
          <p:cNvPr id="6" name="text-101">
            <a:extLst xmlns:a="http://schemas.openxmlformats.org/drawingml/2006/main">
              <a:ext uri="{FF2B5EF4-FFF2-40B4-BE49-F238E27FC236}">
                <a16:creationId xmlns:a16="http://schemas.microsoft.com/office/drawing/2014/main" id="{F44A9482-F31D-4C1A-8EB0-C50A680E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3840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检索片段和日志标记为外部数据，保留定位与版本。</a:t>
            </a:r>
          </a:p>
        </p:txBody>
      </p:sp>
      <p:sp>
        <p:nvSpPr>
          <p:cNvPr id="7" name="text-102">
            <a:extLst xmlns:a="http://schemas.openxmlformats.org/drawingml/2006/main">
              <a:ext uri="{FF2B5EF4-FFF2-40B4-BE49-F238E27FC236}">
                <a16:creationId xmlns:a16="http://schemas.microsoft.com/office/drawing/2014/main" id="{ABF9B64C-8654-4904-BFA0-D9F17087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103">
            <a:extLst xmlns:a="http://schemas.openxmlformats.org/drawingml/2006/main">
              <a:ext uri="{FF2B5EF4-FFF2-40B4-BE49-F238E27FC236}">
                <a16:creationId xmlns:a16="http://schemas.microsoft.com/office/drawing/2014/main" id="{2183656A-2793-4474-91F1-A965D73C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981325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由宿主执行权限检查</a:t>
            </a:r>
          </a:p>
        </p:txBody>
      </p:sp>
      <p:sp>
        <p:nvSpPr>
          <p:cNvPr id="9" name="text-104">
            <a:extLst xmlns:a="http://schemas.openxmlformats.org/drawingml/2006/main">
              <a:ext uri="{FF2B5EF4-FFF2-40B4-BE49-F238E27FC236}">
                <a16:creationId xmlns:a16="http://schemas.microsoft.com/office/drawing/2014/main" id="{015CC8DC-E34E-4C66-B02D-35BFFFC4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00425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身份、访问范围和工具写权限由程序验证。</a:t>
            </a:r>
          </a:p>
        </p:txBody>
      </p:sp>
      <p:sp>
        <p:nvSpPr>
          <p:cNvPr id="10" name="text-105">
            <a:extLst xmlns:a="http://schemas.openxmlformats.org/drawingml/2006/main">
              <a:ext uri="{FF2B5EF4-FFF2-40B4-BE49-F238E27FC236}">
                <a16:creationId xmlns:a16="http://schemas.microsoft.com/office/drawing/2014/main" id="{3BBEC103-B7B3-4BFF-B3E8-DB112B03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106">
            <a:extLst xmlns:a="http://schemas.openxmlformats.org/drawingml/2006/main">
              <a:ext uri="{FF2B5EF4-FFF2-40B4-BE49-F238E27FC236}">
                <a16:creationId xmlns:a16="http://schemas.microsoft.com/office/drawing/2014/main" id="{21E1E4EB-D417-4457-8B54-318B2B42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9433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显式处理冲突</a:t>
            </a:r>
          </a:p>
        </p:txBody>
      </p:sp>
      <p:sp>
        <p:nvSpPr>
          <p:cNvPr id="12" name="text-107">
            <a:extLst xmlns:a="http://schemas.openxmlformats.org/drawingml/2006/main">
              <a:ext uri="{FF2B5EF4-FFF2-40B4-BE49-F238E27FC236}">
                <a16:creationId xmlns:a16="http://schemas.microsoft.com/office/drawing/2014/main" id="{FBE8E380-3726-44AC-848D-510DEAC2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对冲突规格与过期记忆标明差异，核对当前适用版本。</a:t>
            </a:r>
          </a:p>
        </p:txBody>
      </p:sp>
      <p:sp>
        <p:nvSpPr>
          <p:cNvPr id="13" name="text-108">
            <a:extLst xmlns:a="http://schemas.openxmlformats.org/drawingml/2006/main">
              <a:ext uri="{FF2B5EF4-FFF2-40B4-BE49-F238E27FC236}">
                <a16:creationId xmlns:a16="http://schemas.microsoft.com/office/drawing/2014/main" id="{C5ADB824-1A3B-445C-BF42-CB2D1D1D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109">
            <a:extLst xmlns:a="http://schemas.openxmlformats.org/drawingml/2006/main">
              <a:ext uri="{FF2B5EF4-FFF2-40B4-BE49-F238E27FC236}">
                <a16:creationId xmlns:a16="http://schemas.microsoft.com/office/drawing/2014/main" id="{29768892-206F-4357-83AC-F409A596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905375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控制跨任务传播</a:t>
            </a:r>
          </a:p>
        </p:txBody>
      </p:sp>
      <p:sp>
        <p:nvSpPr>
          <p:cNvPr id="15" name="text-110">
            <a:extLst xmlns:a="http://schemas.openxmlformats.org/drawingml/2006/main">
              <a:ext uri="{FF2B5EF4-FFF2-40B4-BE49-F238E27FC236}">
                <a16:creationId xmlns:a16="http://schemas.microsoft.com/office/drawing/2014/main" id="{A4F951DA-14C7-4EB3-92C3-B52A5C04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24475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不同任务只共享必要结果，避免无关或敏感材料混入。</a:t>
            </a:r>
          </a:p>
        </p:txBody>
      </p:sp>
    </p:spTree>
    <p:extLst>
      <p:ext uri="{BB962C8B-B14F-4D97-AF65-F5344CB8AC3E}">
        <p14:creationId xmlns:p14="http://schemas.microsoft.com/office/powerpoint/2010/main" val="5323626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11">
            <a:extLst xmlns:a="http://schemas.openxmlformats.org/drawingml/2006/main">
              <a:ext uri="{FF2B5EF4-FFF2-40B4-BE49-F238E27FC236}">
                <a16:creationId xmlns:a16="http://schemas.microsoft.com/office/drawing/2014/main" id="{FB695B80-CC00-4C39-9531-36ECE119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长任务中的上下文维护</a:t>
            </a:r>
          </a:p>
        </p:txBody>
      </p:sp>
      <p:sp>
        <p:nvSpPr>
          <p:cNvPr id="2" name="text-112">
            <a:extLst xmlns:a="http://schemas.openxmlformats.org/drawingml/2006/main">
              <a:ext uri="{FF2B5EF4-FFF2-40B4-BE49-F238E27FC236}">
                <a16:creationId xmlns:a16="http://schemas.microsoft.com/office/drawing/2014/main" id="{6957CDE8-9724-4E72-8CBF-220506D7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阶段切换时收敛输入，恢复任务时核对外部状态</a:t>
            </a:r>
          </a:p>
        </p:txBody>
      </p:sp>
      <p:sp>
        <p:nvSpPr>
          <p:cNvPr id="3" name="text-113">
            <a:extLst xmlns:a="http://schemas.openxmlformats.org/drawingml/2006/main">
              <a:ext uri="{FF2B5EF4-FFF2-40B4-BE49-F238E27FC236}">
                <a16:creationId xmlns:a16="http://schemas.microsoft.com/office/drawing/2014/main" id="{E25A919C-2915-4CCE-A7F2-93D89169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text-114">
            <a:extLst xmlns:a="http://schemas.openxmlformats.org/drawingml/2006/main">
              <a:ext uri="{FF2B5EF4-FFF2-40B4-BE49-F238E27FC236}">
                <a16:creationId xmlns:a16="http://schemas.microsoft.com/office/drawing/2014/main" id="{0DE5331A-1ABD-4B62-944D-B1C08EA5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115">
            <a:extLst xmlns:a="http://schemas.openxmlformats.org/drawingml/2006/main">
              <a:ext uri="{FF2B5EF4-FFF2-40B4-BE49-F238E27FC236}">
                <a16:creationId xmlns:a16="http://schemas.microsoft.com/office/drawing/2014/main" id="{9FC77A4D-DC49-4D7A-98F1-E34D796C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3050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阶段性摘要</a:t>
            </a:r>
          </a:p>
        </p:txBody>
      </p:sp>
      <p:sp>
        <p:nvSpPr>
          <p:cNvPr id="6" name="text-116">
            <a:extLst xmlns:a="http://schemas.openxmlformats.org/drawingml/2006/main">
              <a:ext uri="{FF2B5EF4-FFF2-40B4-BE49-F238E27FC236}">
                <a16:creationId xmlns:a16="http://schemas.microsoft.com/office/drawing/2014/main" id="{70BD9F6F-F0D8-441E-B83F-19D177AB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在检索、实施、验证之间交接目标、证据和未决事项。</a:t>
            </a:r>
          </a:p>
        </p:txBody>
      </p:sp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E3CBD7FA-5880-4E1F-8547-F6ED7ABB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118">
            <a:extLst xmlns:a="http://schemas.openxmlformats.org/drawingml/2006/main">
              <a:ext uri="{FF2B5EF4-FFF2-40B4-BE49-F238E27FC236}">
                <a16:creationId xmlns:a16="http://schemas.microsoft.com/office/drawing/2014/main" id="{3E885FB6-0621-4EC5-8070-E17C8982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4861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任务恢复</a:t>
            </a:r>
          </a:p>
        </p:txBody>
      </p:sp>
      <p:sp>
        <p:nvSpPr>
          <p:cNvPr id="9" name="text-119">
            <a:extLst xmlns:a="http://schemas.openxmlformats.org/drawingml/2006/main">
              <a:ext uri="{FF2B5EF4-FFF2-40B4-BE49-F238E27FC236}">
                <a16:creationId xmlns:a16="http://schemas.microsoft.com/office/drawing/2014/main" id="{9032A352-8207-4C0B-AAB4-AFB5C27D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052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重新核对代码版本、配置与测试报告是否仍然适用。</a:t>
            </a:r>
          </a:p>
        </p:txBody>
      </p:sp>
      <p:sp>
        <p:nvSpPr>
          <p:cNvPr id="10" name="text-120">
            <a:extLst xmlns:a="http://schemas.openxmlformats.org/drawingml/2006/main">
              <a:ext uri="{FF2B5EF4-FFF2-40B4-BE49-F238E27FC236}">
                <a16:creationId xmlns:a16="http://schemas.microsoft.com/office/drawing/2014/main" id="{1A139955-3FB4-467F-8D2A-36093455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121">
            <a:extLst xmlns:a="http://schemas.openxmlformats.org/drawingml/2006/main">
              <a:ext uri="{FF2B5EF4-FFF2-40B4-BE49-F238E27FC236}">
                <a16:creationId xmlns:a16="http://schemas.microsoft.com/office/drawing/2014/main" id="{17711E9A-B2CA-4E9E-A2C3-E982FDE9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6672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必要的子任务隔离</a:t>
            </a:r>
          </a:p>
        </p:txBody>
      </p:sp>
      <p:sp>
        <p:nvSpPr>
          <p:cNvPr id="12" name="text-122">
            <a:extLst xmlns:a="http://schemas.openxmlformats.org/drawingml/2006/main">
              <a:ext uri="{FF2B5EF4-FFF2-40B4-BE49-F238E27FC236}">
                <a16:creationId xmlns:a16="http://schemas.microsoft.com/office/drawing/2014/main" id="{3E63B935-F80C-4D17-8084-A8F6ADC8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863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每个子任务接收明确边界，返回结果、证据和限制。</a:t>
            </a:r>
          </a:p>
        </p:txBody>
      </p:sp>
    </p:spTree>
    <p:extLst>
      <p:ext uri="{BB962C8B-B14F-4D97-AF65-F5344CB8AC3E}">
        <p14:creationId xmlns:p14="http://schemas.microsoft.com/office/powerpoint/2010/main" val="14322557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23">
            <a:extLst xmlns:a="http://schemas.openxmlformats.org/drawingml/2006/main">
              <a:ext uri="{FF2B5EF4-FFF2-40B4-BE49-F238E27FC236}">
                <a16:creationId xmlns:a16="http://schemas.microsoft.com/office/drawing/2014/main" id="{04300DDD-89F0-4D4E-975A-1FC724B4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常见技术的适用范围</a:t>
            </a:r>
          </a:p>
        </p:txBody>
      </p:sp>
      <p:sp>
        <p:nvSpPr>
          <p:cNvPr id="2" name="text-124">
            <a:extLst xmlns:a="http://schemas.openxmlformats.org/drawingml/2006/main">
              <a:ext uri="{FF2B5EF4-FFF2-40B4-BE49-F238E27FC236}">
                <a16:creationId xmlns:a16="http://schemas.microsoft.com/office/drawing/2014/main" id="{C963A8AE-194A-44A8-B562-2A207FD0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窗口、缓存、检索与训练各自解决不同问题</a:t>
            </a:r>
          </a:p>
        </p:txBody>
      </p:sp>
      <p:sp>
        <p:nvSpPr>
          <p:cNvPr id="3" name="text-125">
            <a:extLst xmlns:a="http://schemas.openxmlformats.org/drawingml/2006/main">
              <a:ext uri="{FF2B5EF4-FFF2-40B4-BE49-F238E27FC236}">
                <a16:creationId xmlns:a16="http://schemas.microsoft.com/office/drawing/2014/main" id="{68A51F31-185A-43BC-A028-2E74B7CF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2670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19375"/>
                <a:gridCol w="4381500"/>
                <a:gridCol w="3971925"/>
              </a:tblGrid>
              <a:tr h="65341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能解决的问题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仍需处理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5341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更大的窗口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容纳更长的输入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相关性、冲突、完整性和费用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341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输入缓存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复用符合条件的重复前缀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缓存规则、更新和输入预算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341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RAG / 按需读取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从外部材料取得所需证据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检索覆盖、权限与版本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5341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微调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调整稳定任务行为与表达方式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当前代码、日志等动态事实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5" name="text-126">
            <a:extLst xmlns:a="http://schemas.openxmlformats.org/drawingml/2006/main">
              <a:ext uri="{FF2B5EF4-FFF2-40B4-BE49-F238E27FC236}">
                <a16:creationId xmlns:a16="http://schemas.microsoft.com/office/drawing/2014/main" id="{28EA10E9-4807-442A-ACB8-873194E5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上下文质量需要通过自己的任务集验证。</a:t>
            </a:r>
          </a:p>
        </p:txBody>
      </p:sp>
    </p:spTree>
    <p:extLst>
      <p:ext uri="{BB962C8B-B14F-4D97-AF65-F5344CB8AC3E}">
        <p14:creationId xmlns:p14="http://schemas.microsoft.com/office/powerpoint/2010/main" val="212661845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27">
            <a:extLst xmlns:a="http://schemas.openxmlformats.org/drawingml/2006/main">
              <a:ext uri="{FF2B5EF4-FFF2-40B4-BE49-F238E27FC236}">
                <a16:creationId xmlns:a16="http://schemas.microsoft.com/office/drawing/2014/main" id="{3B84CA4D-0E2D-45C6-A843-2A3AF689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伪代码：检索与必需项检查</a:t>
            </a:r>
          </a:p>
        </p:txBody>
      </p:sp>
      <p:sp>
        <p:nvSpPr>
          <p:cNvPr id="2" name="text-128">
            <a:extLst xmlns:a="http://schemas.openxmlformats.org/drawingml/2006/main">
              <a:ext uri="{FF2B5EF4-FFF2-40B4-BE49-F238E27FC236}">
                <a16:creationId xmlns:a16="http://schemas.microsoft.com/office/drawing/2014/main" id="{1B849B51-EF3C-4F96-83C5-813FEEEB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 / 3  先计算输入空间，再确认任务需要哪些证据</a:t>
            </a:r>
          </a:p>
        </p:txBody>
      </p:sp>
      <p:sp>
        <p:nvSpPr>
          <p:cNvPr id="3" name="text-129">
            <a:extLst xmlns:a="http://schemas.openxmlformats.org/drawingml/2006/main">
              <a:ext uri="{FF2B5EF4-FFF2-40B4-BE49-F238E27FC236}">
                <a16:creationId xmlns:a16="http://schemas.microsoft.com/office/drawing/2014/main" id="{56A37E3A-A71C-4F2C-8147-BA197AB3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text-130">
            <a:extLst xmlns:a="http://schemas.openxmlformats.org/drawingml/2006/main">
              <a:ext uri="{FF2B5EF4-FFF2-40B4-BE49-F238E27FC236}">
                <a16:creationId xmlns:a16="http://schemas.microsoft.com/office/drawing/2014/main" id="{7DBD98AF-3167-4C0B-9DAF-AC5B8C4B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function build_context(task, state, limits):  # 构建本轮输入</a:t>
            </a:r>
          </a:p>
        </p:txBody>
      </p:sp>
      <p:sp>
        <p:nvSpPr>
          <p:cNvPr id="5" name="text-131">
            <a:extLst xmlns:a="http://schemas.openxmlformats.org/drawingml/2006/main">
              <a:ext uri="{FF2B5EF4-FFF2-40B4-BE49-F238E27FC236}">
                <a16:creationId xmlns:a16="http://schemas.microsoft.com/office/drawing/2014/main" id="{586364EB-2DA6-4136-A7E8-652928FA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5267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cap = limits.window - limits.output - limits.margin</a:t>
            </a:r>
          </a:p>
        </p:txBody>
      </p:sp>
      <p:sp>
        <p:nvSpPr>
          <p:cNvPr id="6" name="text-132">
            <a:extLst xmlns:a="http://schemas.openxmlformats.org/drawingml/2006/main">
              <a:ext uri="{FF2B5EF4-FFF2-40B4-BE49-F238E27FC236}">
                <a16:creationId xmlns:a16="http://schemas.microsoft.com/office/drawing/2014/main" id="{25E36DD1-6919-42A5-9D08-3C02D20A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fixed = required_inputs(task, state)    # 固定规则与必需状态</a:t>
            </a:r>
          </a:p>
        </p:txBody>
      </p:sp>
      <p:sp>
        <p:nvSpPr>
          <p:cNvPr id="7" name="text-133">
            <a:extLst xmlns:a="http://schemas.openxmlformats.org/drawingml/2006/main">
              <a:ext uri="{FF2B5EF4-FFF2-40B4-BE49-F238E27FC236}">
                <a16:creationId xmlns:a16="http://schemas.microsoft.com/office/drawing/2014/main" id="{17825108-6814-4B6C-8950-49E50B09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raw = scoped_retrieve(task)             # 在授权范围内检索</a:t>
            </a:r>
          </a:p>
        </p:txBody>
      </p:sp>
      <p:sp>
        <p:nvSpPr>
          <p:cNvPr id="8" name="text-134">
            <a:extLst xmlns:a="http://schemas.openxmlformats.org/drawingml/2006/main">
              <a:ext uri="{FF2B5EF4-FFF2-40B4-BE49-F238E27FC236}">
                <a16:creationId xmlns:a16="http://schemas.microsoft.com/office/drawing/2014/main" id="{AA2FB0E6-219A-42B9-929C-41A3190D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valid = check_access_and_version(raw)   # 再核对权限与版本</a:t>
            </a:r>
          </a:p>
        </p:txBody>
      </p:sp>
      <p:sp>
        <p:nvSpPr>
          <p:cNvPr id="9" name="text-135">
            <a:extLst xmlns:a="http://schemas.openxmlformats.org/drawingml/2006/main">
              <a:ext uri="{FF2B5EF4-FFF2-40B4-BE49-F238E27FC236}">
                <a16:creationId xmlns:a16="http://schemas.microsoft.com/office/drawing/2014/main" id="{13FE71F2-3B0F-4D94-89F6-C28F8E7B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pool = dedupe_and_rank(valid)           # 去重并按任务重排</a:t>
            </a:r>
          </a:p>
        </p:txBody>
      </p:sp>
      <p:sp>
        <p:nvSpPr>
          <p:cNvPr id="10" name="text-136">
            <a:extLst xmlns:a="http://schemas.openxmlformats.org/drawingml/2006/main">
              <a:ext uri="{FF2B5EF4-FFF2-40B4-BE49-F238E27FC236}">
                <a16:creationId xmlns:a16="http://schemas.microsoft.com/office/drawing/2014/main" id="{F3810532-2EF5-4DE7-A9C9-49E528C0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must = must_select(pool, task)          # 挑选关键证据</a:t>
            </a:r>
          </a:p>
        </p:txBody>
      </p:sp>
      <p:sp>
        <p:nvSpPr>
          <p:cNvPr id="11" name="text-137">
            <a:extLst xmlns:a="http://schemas.openxmlformats.org/drawingml/2006/main">
              <a:ext uri="{FF2B5EF4-FFF2-40B4-BE49-F238E27FC236}">
                <a16:creationId xmlns:a16="http://schemas.microsoft.com/office/drawing/2014/main" id="{5559DFC6-BA1B-489B-AEF2-B5669296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if required_gap(task, must):            # 证据不足时报告缺口</a:t>
            </a:r>
          </a:p>
        </p:txBody>
      </p:sp>
      <p:sp>
        <p:nvSpPr>
          <p:cNvPr id="12" name="text-138">
            <a:extLst xmlns:a="http://schemas.openxmlformats.org/drawingml/2006/main">
              <a:ext uri="{FF2B5EF4-FFF2-40B4-BE49-F238E27FC236}">
                <a16:creationId xmlns:a16="http://schemas.microsoft.com/office/drawing/2014/main" id="{B45F2A27-CEBD-48BB-9A73-CF75A1B5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return NEED_MORE(required_gap(task, must))</a:t>
            </a:r>
          </a:p>
        </p:txBody>
      </p:sp>
      <p:sp>
        <p:nvSpPr>
          <p:cNvPr id="13" name="text-139">
            <a:extLst xmlns:a="http://schemas.openxmlformats.org/drawingml/2006/main">
              <a:ext uri="{FF2B5EF4-FFF2-40B4-BE49-F238E27FC236}">
                <a16:creationId xmlns:a16="http://schemas.microsoft.com/office/drawing/2014/main" id="{D996FE4C-C0C0-4B05-B853-9FFFD509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6727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request = serialize(fixed, must)        # 统计完整请求形式</a:t>
            </a:r>
          </a:p>
        </p:txBody>
      </p:sp>
      <p:sp>
        <p:nvSpPr>
          <p:cNvPr id="14" name="text-140">
            <a:extLst xmlns:a="http://schemas.openxmlformats.org/drawingml/2006/main">
              <a:ext uri="{FF2B5EF4-FFF2-40B4-BE49-F238E27FC236}">
                <a16:creationId xmlns:a16="http://schemas.microsoft.com/office/drawing/2014/main" id="{5BFD795F-0310-453F-9638-56DCA2F9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if tokens(request) &gt; cap:               # 不丢弃必需信息</a:t>
            </a:r>
          </a:p>
        </p:txBody>
      </p:sp>
      <p:sp>
        <p:nvSpPr>
          <p:cNvPr id="15" name="text-141">
            <a:extLst xmlns:a="http://schemas.openxmlformats.org/drawingml/2006/main">
              <a:ext uri="{FF2B5EF4-FFF2-40B4-BE49-F238E27FC236}">
                <a16:creationId xmlns:a16="http://schemas.microsoft.com/office/drawing/2014/main" id="{308111BB-2020-4B6C-B182-10A435A0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9592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return NEED_SPLIT                   # 改为分步处理</a:t>
            </a:r>
          </a:p>
        </p:txBody>
      </p:sp>
    </p:spTree>
    <p:extLst>
      <p:ext uri="{BB962C8B-B14F-4D97-AF65-F5344CB8AC3E}">
        <p14:creationId xmlns:p14="http://schemas.microsoft.com/office/powerpoint/2010/main" val="11175179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142">
            <a:extLst xmlns:a="http://schemas.openxmlformats.org/drawingml/2006/main">
              <a:ext uri="{FF2B5EF4-FFF2-40B4-BE49-F238E27FC236}">
                <a16:creationId xmlns:a16="http://schemas.microsoft.com/office/drawing/2014/main" id="{B2E75C83-51AC-4364-B258-3BD73336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伪代码：按预算组装请求</a:t>
            </a:r>
          </a:p>
        </p:txBody>
      </p:sp>
      <p:sp>
        <p:nvSpPr>
          <p:cNvPr id="2" name="text-143">
            <a:extLst xmlns:a="http://schemas.openxmlformats.org/drawingml/2006/main">
              <a:ext uri="{FF2B5EF4-FFF2-40B4-BE49-F238E27FC236}">
                <a16:creationId xmlns:a16="http://schemas.microsoft.com/office/drawing/2014/main" id="{E0436C31-242C-446A-BD0E-A5B14AFC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2 / 3  逐项试装，核对消息协议后才调用模型</a:t>
            </a:r>
          </a:p>
        </p:txBody>
      </p:sp>
      <p:sp>
        <p:nvSpPr>
          <p:cNvPr id="3" name="text-144">
            <a:extLst xmlns:a="http://schemas.openxmlformats.org/drawingml/2006/main">
              <a:ext uri="{FF2B5EF4-FFF2-40B4-BE49-F238E27FC236}">
                <a16:creationId xmlns:a16="http://schemas.microsoft.com/office/drawing/2014/main" id="{98A79DD3-3CBE-413B-AEEC-9B993021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text-145">
            <a:extLst xmlns:a="http://schemas.openxmlformats.org/drawingml/2006/main">
              <a:ext uri="{FF2B5EF4-FFF2-40B4-BE49-F238E27FC236}">
                <a16:creationId xmlns:a16="http://schemas.microsoft.com/office/drawing/2014/main" id="{13F2DED8-4049-41E7-9F60-F20481BF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for item in optional_items(pool, must): # 逐项补充可选证据</a:t>
            </a:r>
          </a:p>
        </p:txBody>
      </p:sp>
      <p:sp>
        <p:nvSpPr>
          <p:cNvPr id="5" name="text-146">
            <a:extLst xmlns:a="http://schemas.openxmlformats.org/drawingml/2006/main">
              <a:ext uri="{FF2B5EF4-FFF2-40B4-BE49-F238E27FC236}">
                <a16:creationId xmlns:a16="http://schemas.microsoft.com/office/drawing/2014/main" id="{B77D2BD5-B492-4FD4-A2DB-AD30033E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part = bounded_excerpt(item)       # 保留相关片段和定位</a:t>
            </a:r>
          </a:p>
        </p:txBody>
      </p:sp>
      <p:sp>
        <p:nvSpPr>
          <p:cNvPr id="6" name="text-147">
            <a:extLst xmlns:a="http://schemas.openxmlformats.org/drawingml/2006/main">
              <a:ext uri="{FF2B5EF4-FFF2-40B4-BE49-F238E27FC236}">
                <a16:creationId xmlns:a16="http://schemas.microsoft.com/office/drawing/2014/main" id="{2BCAE035-5195-49AD-B5F5-67131BF7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trial = append_as_data(request, part)</a:t>
            </a:r>
          </a:p>
        </p:txBody>
      </p:sp>
      <p:sp>
        <p:nvSpPr>
          <p:cNvPr id="7" name="text-148">
            <a:extLst xmlns:a="http://schemas.openxmlformats.org/drawingml/2006/main">
              <a:ext uri="{FF2B5EF4-FFF2-40B4-BE49-F238E27FC236}">
                <a16:creationId xmlns:a16="http://schemas.microsoft.com/office/drawing/2014/main" id="{75E8FE91-EC1B-4C45-81CB-B0FE2E80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if tokens(trial) &lt;= cap:           # 按完整请求判断预算</a:t>
            </a:r>
          </a:p>
        </p:txBody>
      </p:sp>
      <p:sp>
        <p:nvSpPr>
          <p:cNvPr id="8" name="text-149">
            <a:extLst xmlns:a="http://schemas.openxmlformats.org/drawingml/2006/main">
              <a:ext uri="{FF2B5EF4-FFF2-40B4-BE49-F238E27FC236}">
                <a16:creationId xmlns:a16="http://schemas.microsoft.com/office/drawing/2014/main" id="{6CCD6C47-DDAC-4D90-8105-B683DDA4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    request = trial                # 放得下才接受该项</a:t>
            </a:r>
          </a:p>
        </p:txBody>
      </p:sp>
      <p:sp>
        <p:nvSpPr>
          <p:cNvPr id="9" name="text-150">
            <a:extLst xmlns:a="http://schemas.openxmlformats.org/drawingml/2006/main">
              <a:ext uri="{FF2B5EF4-FFF2-40B4-BE49-F238E27FC236}">
                <a16:creationId xmlns:a16="http://schemas.microsoft.com/office/drawing/2014/main" id="{5588D71F-E730-420C-A7A9-8AEF86B6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if not valid_message_contract(request): # 检查工具消息配对</a:t>
            </a:r>
          </a:p>
        </p:txBody>
      </p:sp>
      <p:sp>
        <p:nvSpPr>
          <p:cNvPr id="10" name="text-151">
            <a:extLst xmlns:a="http://schemas.openxmlformats.org/drawingml/2006/main">
              <a:ext uri="{FF2B5EF4-FFF2-40B4-BE49-F238E27FC236}">
                <a16:creationId xmlns:a16="http://schemas.microsoft.com/office/drawing/2014/main" id="{8F745093-20C8-46E2-8CDF-E7273B50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return INVALID_CONTEXT             # 修复结构再调用</a:t>
            </a:r>
          </a:p>
        </p:txBody>
      </p:sp>
      <p:sp>
        <p:nvSpPr>
          <p:cNvPr id="11" name="text-152">
            <a:extLst xmlns:a="http://schemas.openxmlformats.org/drawingml/2006/main">
              <a:ext uri="{FF2B5EF4-FFF2-40B4-BE49-F238E27FC236}">
                <a16:creationId xmlns:a16="http://schemas.microsoft.com/office/drawing/2014/main" id="{4766D798-0E0A-4EB5-9B32-028E13A7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assert required_fields_present(request) # 必需项不能消失</a:t>
            </a:r>
          </a:p>
        </p:txBody>
      </p:sp>
      <p:sp>
        <p:nvSpPr>
          <p:cNvPr id="12" name="text-153">
            <a:extLst xmlns:a="http://schemas.openxmlformats.org/drawingml/2006/main">
              <a:ext uri="{FF2B5EF4-FFF2-40B4-BE49-F238E27FC236}">
                <a16:creationId xmlns:a16="http://schemas.microsoft.com/office/drawing/2014/main" id="{6032E609-E1DE-49F6-8BB4-085D3217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assert tokens(request) &lt;= cap           # 最终预算复核</a:t>
            </a:r>
          </a:p>
        </p:txBody>
      </p:sp>
      <p:sp>
        <p:nvSpPr>
          <p:cNvPr id="13" name="text-154">
            <a:extLst xmlns:a="http://schemas.openxmlformats.org/drawingml/2006/main">
              <a:ext uri="{FF2B5EF4-FFF2-40B4-BE49-F238E27FC236}">
                <a16:creationId xmlns:a16="http://schemas.microsoft.com/office/drawing/2014/main" id="{016FAEBE-7B32-4AA9-9815-BBBEF477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return READY(request)                   # 交给宿主发起调用</a:t>
            </a:r>
          </a:p>
        </p:txBody>
      </p:sp>
      <p:sp>
        <p:nvSpPr>
          <p:cNvPr id="14" name="text-155">
            <a:extLst xmlns:a="http://schemas.openxmlformats.org/drawingml/2006/main">
              <a:ext uri="{FF2B5EF4-FFF2-40B4-BE49-F238E27FC236}">
                <a16:creationId xmlns:a16="http://schemas.microsoft.com/office/drawing/2014/main" id="{93A3247E-D182-4710-8CE1-48F724F3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# tokens 使用目标模型的计数方式，并包含工具定义与封装开销</a:t>
            </a:r>
          </a:p>
        </p:txBody>
      </p:sp>
    </p:spTree>
    <p:extLst>
      <p:ext uri="{BB962C8B-B14F-4D97-AF65-F5344CB8AC3E}">
        <p14:creationId xmlns:p14="http://schemas.microsoft.com/office/powerpoint/2010/main" val="7728151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56">
            <a:extLst xmlns:a="http://schemas.openxmlformats.org/drawingml/2006/main">
              <a:ext uri="{FF2B5EF4-FFF2-40B4-BE49-F238E27FC236}">
                <a16:creationId xmlns:a16="http://schemas.microsoft.com/office/drawing/2014/main" id="{6664AB7F-833E-4E47-81FF-08FC4356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伪代码：调用后更新状态</a:t>
            </a:r>
          </a:p>
        </p:txBody>
      </p:sp>
      <p:sp>
        <p:nvSpPr>
          <p:cNvPr id="2" name="text-157">
            <a:extLst xmlns:a="http://schemas.openxmlformats.org/drawingml/2006/main">
              <a:ext uri="{FF2B5EF4-FFF2-40B4-BE49-F238E27FC236}">
                <a16:creationId xmlns:a16="http://schemas.microsoft.com/office/drawing/2014/main" id="{B438766C-E11D-4551-A1A5-FA57B43D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3 / 3  保存实际结果，保持事实、假设与未知项分离</a:t>
            </a:r>
          </a:p>
        </p:txBody>
      </p:sp>
      <p:sp>
        <p:nvSpPr>
          <p:cNvPr id="3" name="text-158">
            <a:extLst xmlns:a="http://schemas.openxmlformats.org/drawingml/2006/main">
              <a:ext uri="{FF2B5EF4-FFF2-40B4-BE49-F238E27FC236}">
                <a16:creationId xmlns:a16="http://schemas.microsoft.com/office/drawing/2014/main" id="{8173E9A1-CA1F-4906-9FED-F1AE3FAE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text-159">
            <a:extLst xmlns:a="http://schemas.openxmlformats.org/drawingml/2006/main">
              <a:ext uri="{FF2B5EF4-FFF2-40B4-BE49-F238E27FC236}">
                <a16:creationId xmlns:a16="http://schemas.microsoft.com/office/drawing/2014/main" id="{D4AABB70-4915-4F39-BFA4-DB8A2F71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function update_state(state, result):        # 每轮结束后调用</a:t>
            </a:r>
          </a:p>
        </p:txBody>
      </p:sp>
      <p:sp>
        <p:nvSpPr>
          <p:cNvPr id="5" name="text-160">
            <a:extLst xmlns:a="http://schemas.openxmlformats.org/drawingml/2006/main">
              <a:ext uri="{FF2B5EF4-FFF2-40B4-BE49-F238E27FC236}">
                <a16:creationId xmlns:a16="http://schemas.microsoft.com/office/drawing/2014/main" id="{F4D04A0E-F6B9-4D9E-9A2B-6DEB0160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5267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trace = save_raw_result(result)          # 原始记录先落盘</a:t>
            </a:r>
          </a:p>
        </p:txBody>
      </p:sp>
      <p:sp>
        <p:nvSpPr>
          <p:cNvPr id="6" name="text-161">
            <a:extLst xmlns:a="http://schemas.openxmlformats.org/drawingml/2006/main">
              <a:ext uri="{FF2B5EF4-FFF2-40B4-BE49-F238E27FC236}">
                <a16:creationId xmlns:a16="http://schemas.microsoft.com/office/drawing/2014/main" id="{20396F2A-F6B2-41E6-B821-6EA327A1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facts = verified_observations(result)    # 只取实际观察结果</a:t>
            </a:r>
          </a:p>
        </p:txBody>
      </p:sp>
      <p:sp>
        <p:nvSpPr>
          <p:cNvPr id="7" name="text-162">
            <a:extLst xmlns:a="http://schemas.openxmlformats.org/drawingml/2006/main">
              <a:ext uri="{FF2B5EF4-FFF2-40B4-BE49-F238E27FC236}">
                <a16:creationId xmlns:a16="http://schemas.microsoft.com/office/drawing/2014/main" id="{F747BF02-ED15-40C1-9169-BEEEE08F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next = merge_progress(state, facts)      # 更新进展与未知项</a:t>
            </a:r>
          </a:p>
        </p:txBody>
      </p:sp>
      <p:sp>
        <p:nvSpPr>
          <p:cNvPr id="8" name="text-163">
            <a:extLst xmlns:a="http://schemas.openxmlformats.org/drawingml/2006/main">
              <a:ext uri="{FF2B5EF4-FFF2-40B4-BE49-F238E27FC236}">
                <a16:creationId xmlns:a16="http://schemas.microsoft.com/office/drawing/2014/main" id="{844FB9C1-F522-43BD-9860-503082F0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next.hypotheses = label_unverified(result) # 猜测单独保存</a:t>
            </a:r>
          </a:p>
        </p:txBody>
      </p:sp>
      <p:sp>
        <p:nvSpPr>
          <p:cNvPr id="9" name="text-164">
            <a:extLst xmlns:a="http://schemas.openxmlformats.org/drawingml/2006/main">
              <a:ext uri="{FF2B5EF4-FFF2-40B4-BE49-F238E27FC236}">
                <a16:creationId xmlns:a16="http://schemas.microsoft.com/office/drawing/2014/main" id="{E0000E1F-4514-4D68-9EC6-079E8132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next.evidence = link_trace(trace)        # 保留复核入口</a:t>
            </a:r>
          </a:p>
        </p:txBody>
      </p:sp>
      <p:sp>
        <p:nvSpPr>
          <p:cNvPr id="10" name="text-165">
            <a:extLst xmlns:a="http://schemas.openxmlformats.org/drawingml/2006/main">
              <a:ext uri="{FF2B5EF4-FFF2-40B4-BE49-F238E27FC236}">
                <a16:creationId xmlns:a16="http://schemas.microsoft.com/office/drawing/2014/main" id="{D2808C07-6D4E-44E5-AFE5-3C9FAEBE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if summary_needed(next):                # 达到压缩触发条件</a:t>
            </a:r>
          </a:p>
        </p:txBody>
      </p:sp>
      <p:sp>
        <p:nvSpPr>
          <p:cNvPr id="11" name="text-166">
            <a:extLst xmlns:a="http://schemas.openxmlformats.org/drawingml/2006/main">
              <a:ext uri="{FF2B5EF4-FFF2-40B4-BE49-F238E27FC236}">
                <a16:creationId xmlns:a16="http://schemas.microsoft.com/office/drawing/2014/main" id="{21531E19-762C-486B-ABA0-74A2B0A2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brief = summarize_with_invariants(next)</a:t>
            </a:r>
          </a:p>
        </p:txBody>
      </p:sp>
      <p:sp>
        <p:nvSpPr>
          <p:cNvPr id="12" name="text-167">
            <a:extLst xmlns:a="http://schemas.openxmlformats.org/drawingml/2006/main">
              <a:ext uri="{FF2B5EF4-FFF2-40B4-BE49-F238E27FC236}">
                <a16:creationId xmlns:a16="http://schemas.microsoft.com/office/drawing/2014/main" id="{97129406-D253-419C-936A-ED43E97B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assert preserves_required(next, brief) # 核对约束与未决项</a:t>
            </a:r>
          </a:p>
        </p:txBody>
      </p:sp>
      <p:sp>
        <p:nvSpPr>
          <p:cNvPr id="13" name="text-168">
            <a:extLst xmlns:a="http://schemas.openxmlformats.org/drawingml/2006/main">
              <a:ext uri="{FF2B5EF4-FFF2-40B4-BE49-F238E27FC236}">
                <a16:creationId xmlns:a16="http://schemas.microsoft.com/office/drawing/2014/main" id="{06F81877-D448-42A8-9F43-91AFB892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6727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    next = brief                        # 通过检查再使用摘要</a:t>
            </a:r>
          </a:p>
        </p:txBody>
      </p:sp>
      <p:sp>
        <p:nvSpPr>
          <p:cNvPr id="14" name="text-169">
            <a:extLst xmlns:a="http://schemas.openxmlformats.org/drawingml/2006/main">
              <a:ext uri="{FF2B5EF4-FFF2-40B4-BE49-F238E27FC236}">
                <a16:creationId xmlns:a16="http://schemas.microsoft.com/office/drawing/2014/main" id="{3DDFEED0-0A0B-408C-8AB8-FA331536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atomic_save(next)                       # 完整写入后替换旧状态</a:t>
            </a:r>
          </a:p>
        </p:txBody>
      </p:sp>
      <p:sp>
        <p:nvSpPr>
          <p:cNvPr id="15" name="text-170">
            <a:extLst xmlns:a="http://schemas.openxmlformats.org/drawingml/2006/main">
              <a:ext uri="{FF2B5EF4-FFF2-40B4-BE49-F238E27FC236}">
                <a16:creationId xmlns:a16="http://schemas.microsoft.com/office/drawing/2014/main" id="{62B1C3A6-3C4E-4F65-B784-C56F7D8E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95925"/>
            <a:ext cx="10906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    return next                             # 下一轮仍需重新装配</a:t>
            </a:r>
          </a:p>
        </p:txBody>
      </p:sp>
    </p:spTree>
    <p:extLst>
      <p:ext uri="{BB962C8B-B14F-4D97-AF65-F5344CB8AC3E}">
        <p14:creationId xmlns:p14="http://schemas.microsoft.com/office/powerpoint/2010/main" val="7038424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71">
            <a:extLst xmlns:a="http://schemas.openxmlformats.org/drawingml/2006/main">
              <a:ext uri="{FF2B5EF4-FFF2-40B4-BE49-F238E27FC236}">
                <a16:creationId xmlns:a16="http://schemas.microsoft.com/office/drawing/2014/main" id="{D19A512E-B79A-4AD2-8205-3516BDCD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教学案例：FreeRTOS 下 UART 接收异常</a:t>
            </a:r>
          </a:p>
        </p:txBody>
      </p:sp>
      <p:sp>
        <p:nvSpPr>
          <p:cNvPr id="2" name="text-172">
            <a:extLst xmlns:a="http://schemas.openxmlformats.org/drawingml/2006/main">
              <a:ext uri="{FF2B5EF4-FFF2-40B4-BE49-F238E27FC236}">
                <a16:creationId xmlns:a16="http://schemas.microsoft.com/office/drawing/2014/main" id="{1637C34C-13DC-4E07-BCFD-6B90CC79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教学假设：连续接收时偶发帧缺失，具体根因尚未确认</a:t>
            </a:r>
          </a:p>
        </p:txBody>
      </p:sp>
      <p:sp>
        <p:nvSpPr>
          <p:cNvPr id="3" name="text-173">
            <a:extLst xmlns:a="http://schemas.openxmlformats.org/drawingml/2006/main">
              <a:ext uri="{FF2B5EF4-FFF2-40B4-BE49-F238E27FC236}">
                <a16:creationId xmlns:a16="http://schemas.microsoft.com/office/drawing/2014/main" id="{319AC31B-E851-476F-9B2F-0C8482DC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6290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8305800"/>
              </a:tblGrid>
              <a:tr h="604838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问题边界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需要补齐的内容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04838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芯片与板卡版本、FreeRTOS 配置、编译选项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04838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输入条件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波特率、帧格式、负载、复现步骤及出现频率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04838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接收链路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中断 / DMA、缓冲区、任务间交接与解析接口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04838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判断依据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原始字节流、时间戳、计数器和对应代码版本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04838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本次输出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候选原因、证据缺口、验证步骤及允许修改范围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790964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74">
            <a:extLst xmlns:a="http://schemas.openxmlformats.org/drawingml/2006/main">
              <a:ext uri="{FF2B5EF4-FFF2-40B4-BE49-F238E27FC236}">
                <a16:creationId xmlns:a16="http://schemas.microsoft.com/office/drawing/2014/main" id="{04428F21-3A02-4773-9D05-6543274B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案例中的分阶段上下文</a:t>
            </a:r>
          </a:p>
        </p:txBody>
      </p:sp>
      <p:sp>
        <p:nvSpPr>
          <p:cNvPr id="2" name="text-175">
            <a:extLst xmlns:a="http://schemas.openxmlformats.org/drawingml/2006/main">
              <a:ext uri="{FF2B5EF4-FFF2-40B4-BE49-F238E27FC236}">
                <a16:creationId xmlns:a16="http://schemas.microsoft.com/office/drawing/2014/main" id="{887BD724-A4B5-4394-B1B3-4B28A9CC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当前问题变化时，输入材料也随之调整</a:t>
            </a:r>
          </a:p>
        </p:txBody>
      </p:sp>
      <p:sp>
        <p:nvSpPr>
          <p:cNvPr id="3" name="text-176">
            <a:extLst xmlns:a="http://schemas.openxmlformats.org/drawingml/2006/main">
              <a:ext uri="{FF2B5EF4-FFF2-40B4-BE49-F238E27FC236}">
                <a16:creationId xmlns:a16="http://schemas.microsoft.com/office/drawing/2014/main" id="{7C215ADD-E3A9-4F7C-9EFF-8A763833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3051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4857750"/>
                <a:gridCol w="3543300"/>
              </a:tblGrid>
              <a:tr h="66103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当前问题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本轮输入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下一步依据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6103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如何复现？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环境、输入条件、现象描述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可执行的复现步骤与缺口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6103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字节在哪丢失？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接收链路代码、分段计数、时间线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链路各段的实际观察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6103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解析是否符合规格？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协议规格、解析状态与失败输入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边界用例和解析结果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6103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修改是否有效？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代码差异、验收条件、当前测试报告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 / 失败 / 未知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5" name="text-177">
            <a:extLst xmlns:a="http://schemas.openxmlformats.org/drawingml/2006/main">
              <a:ext uri="{FF2B5EF4-FFF2-40B4-BE49-F238E27FC236}">
                <a16:creationId xmlns:a16="http://schemas.microsoft.com/office/drawing/2014/main" id="{0EDDE982-1DAC-48E7-91B0-570017B4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rPr>
              <a:t>阶段名称描述排查目标，不能替代真实证据。</a:t>
            </a:r>
          </a:p>
        </p:txBody>
      </p:sp>
    </p:spTree>
    <p:extLst>
      <p:ext uri="{BB962C8B-B14F-4D97-AF65-F5344CB8AC3E}">
        <p14:creationId xmlns:p14="http://schemas.microsoft.com/office/powerpoint/2010/main" val="72323932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78">
            <a:extLst xmlns:a="http://schemas.openxmlformats.org/drawingml/2006/main">
              <a:ext uri="{FF2B5EF4-FFF2-40B4-BE49-F238E27FC236}">
                <a16:creationId xmlns:a16="http://schemas.microsoft.com/office/drawing/2014/main" id="{DDEAE1A3-3955-4F55-8C71-1D0B441D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案例中的怀疑点与验证方法</a:t>
            </a:r>
          </a:p>
        </p:txBody>
      </p:sp>
      <p:sp>
        <p:nvSpPr>
          <p:cNvPr id="2" name="text-179">
            <a:extLst xmlns:a="http://schemas.openxmlformats.org/drawingml/2006/main">
              <a:ext uri="{FF2B5EF4-FFF2-40B4-BE49-F238E27FC236}">
                <a16:creationId xmlns:a16="http://schemas.microsoft.com/office/drawing/2014/main" id="{F1669FE9-8AAD-4804-B98E-5E9BC732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以下均为待验证方向，不能当作已确认根因</a:t>
            </a:r>
          </a:p>
        </p:txBody>
      </p:sp>
      <p:sp>
        <p:nvSpPr>
          <p:cNvPr id="3" name="text-180">
            <a:extLst xmlns:a="http://schemas.openxmlformats.org/drawingml/2006/main">
              <a:ext uri="{FF2B5EF4-FFF2-40B4-BE49-F238E27FC236}">
                <a16:creationId xmlns:a16="http://schemas.microsoft.com/office/drawing/2014/main" id="{2AE95774-D9CB-43E4-9EC1-084509EA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0575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57475"/>
                <a:gridCol w="4210050"/>
                <a:gridCol w="4105275"/>
              </a:tblGrid>
              <a:tr h="764381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候选原因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需要的证据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待执行验证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764381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缓冲区复用或覆盖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缓冲区生命周期、读写位置、时间线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记录生产与消费边界，核对所有权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764381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任务处理不及时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队列状态、返回值、调度与负载记录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测量积压与处理延迟，改变负载对比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764381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协议解析状态错误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协议规格、原始字节流、解析状态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主机回放分片 / 连帧 / 异常输入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  <p:sp>
        <p:nvSpPr>
          <p:cNvPr id="5" name="text-181">
            <a:extLst xmlns:a="http://schemas.openxmlformats.org/drawingml/2006/main">
              <a:ext uri="{FF2B5EF4-FFF2-40B4-BE49-F238E27FC236}">
                <a16:creationId xmlns:a16="http://schemas.microsoft.com/office/drawing/2014/main" id="{4437638F-DBE6-4E23-947D-4100E95D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每个怀疑点都需要可区分原因的检查，避免只凭常见经验修改。</a:t>
            </a:r>
          </a:p>
        </p:txBody>
      </p:sp>
    </p:spTree>
    <p:extLst>
      <p:ext uri="{BB962C8B-B14F-4D97-AF65-F5344CB8AC3E}">
        <p14:creationId xmlns:p14="http://schemas.microsoft.com/office/powerpoint/2010/main" val="65889651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82">
            <a:extLst xmlns:a="http://schemas.openxmlformats.org/drawingml/2006/main">
              <a:ext uri="{FF2B5EF4-FFF2-40B4-BE49-F238E27FC236}">
                <a16:creationId xmlns:a16="http://schemas.microsoft.com/office/drawing/2014/main" id="{C2FAB5BA-7C85-441C-B2E0-A7E0EEBB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排障输出中的证据与验证边界</a:t>
            </a:r>
          </a:p>
        </p:txBody>
      </p:sp>
      <p:sp>
        <p:nvSpPr>
          <p:cNvPr id="2" name="text-183">
            <a:extLst xmlns:a="http://schemas.openxmlformats.org/drawingml/2006/main">
              <a:ext uri="{FF2B5EF4-FFF2-40B4-BE49-F238E27FC236}">
                <a16:creationId xmlns:a16="http://schemas.microsoft.com/office/drawing/2014/main" id="{8792D794-4C5E-4AD0-AD77-DB86D9D2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每条结论关联材料，明确已经完成与尚未执行的检查</a:t>
            </a:r>
          </a:p>
        </p:txBody>
      </p:sp>
      <p:sp>
        <p:nvSpPr>
          <p:cNvPr id="3" name="text-184">
            <a:extLst xmlns:a="http://schemas.openxmlformats.org/drawingml/2006/main">
              <a:ext uri="{FF2B5EF4-FFF2-40B4-BE49-F238E27FC236}">
                <a16:creationId xmlns:a16="http://schemas.microsoft.com/office/drawing/2014/main" id="{46BE8BBB-DC0B-4A0B-AAE8-634EF0F1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4" name="text-185">
            <a:extLst xmlns:a="http://schemas.openxmlformats.org/drawingml/2006/main">
              <a:ext uri="{FF2B5EF4-FFF2-40B4-BE49-F238E27FC236}">
                <a16:creationId xmlns:a16="http://schemas.microsoft.com/office/drawing/2014/main" id="{559D4219-F470-4F54-8AEE-D9EF2C72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62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主机侧检查</a:t>
            </a:r>
          </a:p>
        </p:txBody>
      </p:sp>
      <p:sp>
        <p:nvSpPr>
          <p:cNvPr id="5" name="text-186">
            <a:extLst xmlns:a="http://schemas.openxmlformats.org/drawingml/2006/main">
              <a:ext uri="{FF2B5EF4-FFF2-40B4-BE49-F238E27FC236}">
                <a16:creationId xmlns:a16="http://schemas.microsoft.com/office/drawing/2014/main" id="{22CD89ED-F070-4B03-9FFB-7CD8BB8D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协议分片与连续帧</a:t>
            </a:r>
          </a:p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长度、CRC 与边界输入</a:t>
            </a:r>
          </a:p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解析状态与内存访问</a:t>
            </a:r>
          </a:p>
        </p:txBody>
      </p:sp>
      <p:sp>
        <p:nvSpPr>
          <p:cNvPr id="6" name="text-187">
            <a:extLst xmlns:a="http://schemas.openxmlformats.org/drawingml/2006/main">
              <a:ext uri="{FF2B5EF4-FFF2-40B4-BE49-F238E27FC236}">
                <a16:creationId xmlns:a16="http://schemas.microsoft.com/office/drawing/2014/main" id="{1FB56FEE-4902-43D9-B9DD-27C5C46F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621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rPr>
              <a:t>板端检查</a:t>
            </a:r>
          </a:p>
        </p:txBody>
      </p:sp>
      <p:sp>
        <p:nvSpPr>
          <p:cNvPr id="7" name="text-188">
            <a:extLst xmlns:a="http://schemas.openxmlformats.org/drawingml/2006/main">
              <a:ext uri="{FF2B5EF4-FFF2-40B4-BE49-F238E27FC236}">
                <a16:creationId xmlns:a16="http://schemas.microsoft.com/office/drawing/2014/main" id="{8B20E3D0-2570-4C09-B29D-44F21EA2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52750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接收链路与缓冲区时序</a:t>
            </a:r>
          </a:p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调度负载与任务交接</a:t>
            </a:r>
          </a:p>
          <a:p xmlns:a="http://schemas.openxmlformats.org/drawingml/2006/main">
            <a:pPr>
              <a:def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持续接收及复位恢复</a:t>
            </a:r>
          </a:p>
        </p:txBody>
      </p:sp>
      <p:sp>
        <p:nvSpPr>
          <p:cNvPr id="8" name="text-189">
            <a:extLst xmlns:a="http://schemas.openxmlformats.org/drawingml/2006/main">
              <a:ext uri="{FF2B5EF4-FFF2-40B4-BE49-F238E27FC236}">
                <a16:creationId xmlns:a16="http://schemas.microsoft.com/office/drawing/2014/main" id="{7752DDDC-9341-49A2-92E5-26DEE6F1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97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8CA81"/>
                </a:solidFill>
                <a:latin typeface="Microsoft YaHei"/>
                <a:ea typeface="Microsoft YaHei"/>
                <a:cs typeface="Microsoft YaHei"/>
              </a:rPr>
              <a:t>本案例未执行任何测试，全部验证项均为教学设计。</a:t>
            </a:r>
          </a:p>
        </p:txBody>
      </p:sp>
    </p:spTree>
    <p:extLst>
      <p:ext uri="{BB962C8B-B14F-4D97-AF65-F5344CB8AC3E}">
        <p14:creationId xmlns:p14="http://schemas.microsoft.com/office/powerpoint/2010/main" val="102848060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90">
            <a:extLst xmlns:a="http://schemas.openxmlformats.org/drawingml/2006/main">
              <a:ext uri="{FF2B5EF4-FFF2-40B4-BE49-F238E27FC236}">
                <a16:creationId xmlns:a16="http://schemas.microsoft.com/office/drawing/2014/main" id="{E435F65A-BD21-4AC2-AD19-84DC48DB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上下文工程的评估指标</a:t>
            </a:r>
          </a:p>
        </p:txBody>
      </p:sp>
      <p:sp>
        <p:nvSpPr>
          <p:cNvPr id="2" name="text-191">
            <a:extLst xmlns:a="http://schemas.openxmlformats.org/drawingml/2006/main">
              <a:ext uri="{FF2B5EF4-FFF2-40B4-BE49-F238E27FC236}">
                <a16:creationId xmlns:a16="http://schemas.microsoft.com/office/drawing/2014/main" id="{657E8EC7-81F1-42DF-BB71-4D776541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用固定任务集比较效果，同时统计成本与失败类型</a:t>
            </a:r>
          </a:p>
        </p:txBody>
      </p:sp>
      <p:sp>
        <p:nvSpPr>
          <p:cNvPr id="3" name="text-192">
            <a:extLst xmlns:a="http://schemas.openxmlformats.org/drawingml/2006/main">
              <a:ext uri="{FF2B5EF4-FFF2-40B4-BE49-F238E27FC236}">
                <a16:creationId xmlns:a16="http://schemas.microsoft.com/office/drawing/2014/main" id="{4FF6D66B-0467-4281-92CD-EDAC33E7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24075"/>
                <a:gridCol w="4914900"/>
                <a:gridCol w="3933825"/>
              </a:tblGrid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建议记录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任务结果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验收通过率、严重错误数量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是否完成真实任务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证据质量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必需证据覆盖、过期 / 冲突项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输入是否足以支持结论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资源开销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/ 输出 token、延迟、工具调用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效率是否达到项目目标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恢复能力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摘要后继续任务的成功情况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关键约束和未决项是否保留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稳健性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空检索、超时、冲突和注入场景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异常时是否明确报告和受控停止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74005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93">
            <a:extLst xmlns:a="http://schemas.openxmlformats.org/drawingml/2006/main">
              <a:ext uri="{FF2B5EF4-FFF2-40B4-BE49-F238E27FC236}">
                <a16:creationId xmlns:a16="http://schemas.microsoft.com/office/drawing/2014/main" id="{FDFABAD2-3DCD-4348-A290-7A7EF694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常见失败及排查顺序</a:t>
            </a:r>
          </a:p>
        </p:txBody>
      </p:sp>
      <p:sp>
        <p:nvSpPr>
          <p:cNvPr id="2" name="text-194">
            <a:extLst xmlns:a="http://schemas.openxmlformats.org/drawingml/2006/main">
              <a:ext uri="{FF2B5EF4-FFF2-40B4-BE49-F238E27FC236}">
                <a16:creationId xmlns:a16="http://schemas.microsoft.com/office/drawing/2014/main" id="{7A2E7C6C-4BE2-40FD-982F-5D26253D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沿数据链路定位问题，避免只调整提示词措辞</a:t>
            </a:r>
          </a:p>
        </p:txBody>
      </p:sp>
      <p:sp>
        <p:nvSpPr>
          <p:cNvPr id="3" name="text-195">
            <a:extLst xmlns:a="http://schemas.openxmlformats.org/drawingml/2006/main">
              <a:ext uri="{FF2B5EF4-FFF2-40B4-BE49-F238E27FC236}">
                <a16:creationId xmlns:a16="http://schemas.microsoft.com/office/drawing/2014/main" id="{9036102B-F5BF-413B-8644-789395EA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19400"/>
                <a:gridCol w="4095750"/>
                <a:gridCol w="4057650"/>
              </a:tblGrid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表现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优先检查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52E0B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处理方向</a:t>
                      </a:r>
                    </a:p>
                  </a:txBody>
                  <a:tcPr marL="91440" marR="91440" marT="45720" marB="45720" anchor="ctr">
                    <a:solidFill>
                      <a:srgbClr val="102B35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回答泛泛而谈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必需材料是否进入输入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补齐任务事实与验收要求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引用过期接口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检索版本与持久化记忆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按当前版本过滤并更新记忆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不断重复已试方法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摘要是否保留尝试结果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保存尝试、结果与适用条件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工具结果误判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截断、空匹配与错误状态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返回明确状态和原文入口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  <a:tr h="612775"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上下文突然溢出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完整请求和工具定义计数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  <a:tc>
                  <a:txBody>
                    <a:bodyPr wrap="square" lIns="133350" tIns="85725" rIns="114300" bIns="8572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EAF1F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保留余量，明确分步或缺口出口</a:t>
                      </a:r>
                    </a:p>
                  </a:txBody>
                  <a:tcPr marL="91440" marR="91440" marT="45720" marB="45720" anchor="ctr">
                    <a:solidFill>
                      <a:srgbClr val="08132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144148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8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96">
            <a:extLst xmlns:a="http://schemas.openxmlformats.org/drawingml/2006/main">
              <a:ext uri="{FF2B5EF4-FFF2-40B4-BE49-F238E27FC236}">
                <a16:creationId xmlns:a16="http://schemas.microsoft.com/office/drawing/2014/main" id="{9CC8771D-4F99-4D1F-B1FC-53406A77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项目中的第一版实现</a:t>
            </a:r>
          </a:p>
        </p:txBody>
      </p:sp>
      <p:sp>
        <p:nvSpPr>
          <p:cNvPr id="2" name="text-197">
            <a:extLst xmlns:a="http://schemas.openxmlformats.org/drawingml/2006/main">
              <a:ext uri="{FF2B5EF4-FFF2-40B4-BE49-F238E27FC236}">
                <a16:creationId xmlns:a16="http://schemas.microsoft.com/office/drawing/2014/main" id="{B37FCC78-E5D5-46D5-AAC7-8A5661E7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04925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选择一个可复现任务，逐步建立可检查的输入流程</a:t>
            </a:r>
          </a:p>
        </p:txBody>
      </p:sp>
      <p:sp>
        <p:nvSpPr>
          <p:cNvPr id="3" name="text-198">
            <a:extLst xmlns:a="http://schemas.openxmlformats.org/drawingml/2006/main">
              <a:ext uri="{FF2B5EF4-FFF2-40B4-BE49-F238E27FC236}">
                <a16:creationId xmlns:a16="http://schemas.microsoft.com/office/drawing/2014/main" id="{ED82277C-1D40-4CB1-918A-BFA9F528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4" name="text-199">
            <a:extLst xmlns:a="http://schemas.openxmlformats.org/drawingml/2006/main">
              <a:ext uri="{FF2B5EF4-FFF2-40B4-BE49-F238E27FC236}">
                <a16:creationId xmlns:a16="http://schemas.microsoft.com/office/drawing/2014/main" id="{2FB41661-53C6-4521-AE0A-0686F55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200">
            <a:extLst xmlns:a="http://schemas.openxmlformats.org/drawingml/2006/main">
              <a:ext uri="{FF2B5EF4-FFF2-40B4-BE49-F238E27FC236}">
                <a16:creationId xmlns:a16="http://schemas.microsoft.com/office/drawing/2014/main" id="{0F3E713B-8EE3-457D-B86B-5326203E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193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定义任务契约</a:t>
            </a:r>
          </a:p>
        </p:txBody>
      </p:sp>
      <p:sp>
        <p:nvSpPr>
          <p:cNvPr id="6" name="text-201">
            <a:extLst xmlns:a="http://schemas.openxmlformats.org/drawingml/2006/main">
              <a:ext uri="{FF2B5EF4-FFF2-40B4-BE49-F238E27FC236}">
                <a16:creationId xmlns:a16="http://schemas.microsoft.com/office/drawing/2014/main" id="{5E183D7D-79FC-4FDA-9652-8C29D208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3840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写清目标、允许范围、必需证据与验收方法。</a:t>
            </a:r>
          </a:p>
        </p:txBody>
      </p:sp>
      <p:sp>
        <p:nvSpPr>
          <p:cNvPr id="7" name="text-202">
            <a:extLst xmlns:a="http://schemas.openxmlformats.org/drawingml/2006/main">
              <a:ext uri="{FF2B5EF4-FFF2-40B4-BE49-F238E27FC236}">
                <a16:creationId xmlns:a16="http://schemas.microsoft.com/office/drawing/2014/main" id="{C32CB600-EF97-4D94-8315-9BE06329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8132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203">
            <a:extLst xmlns:a="http://schemas.openxmlformats.org/drawingml/2006/main">
              <a:ext uri="{FF2B5EF4-FFF2-40B4-BE49-F238E27FC236}">
                <a16:creationId xmlns:a16="http://schemas.microsoft.com/office/drawing/2014/main" id="{6BA01B2A-99B6-4526-8020-6C9E827E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981325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打通上下文流水线</a:t>
            </a:r>
          </a:p>
        </p:txBody>
      </p:sp>
      <p:sp>
        <p:nvSpPr>
          <p:cNvPr id="9" name="text-204">
            <a:extLst xmlns:a="http://schemas.openxmlformats.org/drawingml/2006/main">
              <a:ext uri="{FF2B5EF4-FFF2-40B4-BE49-F238E27FC236}">
                <a16:creationId xmlns:a16="http://schemas.microsoft.com/office/drawing/2014/main" id="{C43C416D-8F57-41E9-A879-4DC438A1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00425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完成读取、筛选、预算、调用和状态更新。</a:t>
            </a:r>
          </a:p>
        </p:txBody>
      </p:sp>
      <p:sp>
        <p:nvSpPr>
          <p:cNvPr id="10" name="text-205">
            <a:extLst xmlns:a="http://schemas.openxmlformats.org/drawingml/2006/main">
              <a:ext uri="{FF2B5EF4-FFF2-40B4-BE49-F238E27FC236}">
                <a16:creationId xmlns:a16="http://schemas.microsoft.com/office/drawing/2014/main" id="{9B55E384-02B8-48AA-913A-81E0B6B5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335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206">
            <a:extLst xmlns:a="http://schemas.openxmlformats.org/drawingml/2006/main">
              <a:ext uri="{FF2B5EF4-FFF2-40B4-BE49-F238E27FC236}">
                <a16:creationId xmlns:a16="http://schemas.microsoft.com/office/drawing/2014/main" id="{23548FB5-C757-41C0-A88B-D04C0954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94335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保留可复核的记录</a:t>
            </a:r>
          </a:p>
        </p:txBody>
      </p:sp>
      <p:sp>
        <p:nvSpPr>
          <p:cNvPr id="12" name="text-207">
            <a:extLst xmlns:a="http://schemas.openxmlformats.org/drawingml/2006/main">
              <a:ext uri="{FF2B5EF4-FFF2-40B4-BE49-F238E27FC236}">
                <a16:creationId xmlns:a16="http://schemas.microsoft.com/office/drawing/2014/main" id="{187F0E54-3DC6-44AD-8784-6F8AAC46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记录本轮输入、证据版本、实际结果和未决事项。</a:t>
            </a:r>
          </a:p>
        </p:txBody>
      </p:sp>
      <p:sp>
        <p:nvSpPr>
          <p:cNvPr id="13" name="text-208">
            <a:extLst xmlns:a="http://schemas.openxmlformats.org/drawingml/2006/main">
              <a:ext uri="{FF2B5EF4-FFF2-40B4-BE49-F238E27FC236}">
                <a16:creationId xmlns:a16="http://schemas.microsoft.com/office/drawing/2014/main" id="{F28FFF04-06F0-4B76-A3AA-701ED648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52E0B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text-209">
            <a:extLst xmlns:a="http://schemas.openxmlformats.org/drawingml/2006/main">
              <a:ext uri="{FF2B5EF4-FFF2-40B4-BE49-F238E27FC236}">
                <a16:creationId xmlns:a16="http://schemas.microsoft.com/office/drawing/2014/main" id="{C672F8B2-36A9-403B-A6F8-DEBB247C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905375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AF1F7"/>
                </a:solidFill>
                <a:latin typeface="Microsoft YaHei"/>
                <a:ea typeface="Microsoft YaHei"/>
                <a:cs typeface="Microsoft YaHei"/>
              </a:rPr>
              <a:t>用失败样本改进</a:t>
            </a:r>
          </a:p>
        </p:txBody>
      </p:sp>
      <p:sp>
        <p:nvSpPr>
          <p:cNvPr id="15" name="text-210">
            <a:extLst xmlns:a="http://schemas.openxmlformats.org/drawingml/2006/main">
              <a:ext uri="{FF2B5EF4-FFF2-40B4-BE49-F238E27FC236}">
                <a16:creationId xmlns:a16="http://schemas.microsoft.com/office/drawing/2014/main" id="{82776F12-2110-4AD3-95C9-45E7618F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24475"/>
            <a:ext cx="984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5B7C9"/>
                </a:solidFill>
                <a:latin typeface="Microsoft YaHei"/>
                <a:ea typeface="Microsoft YaHei"/>
                <a:cs typeface="Microsoft YaHei"/>
              </a:rPr>
              <a:t>增加回放用例，比较效果、开销与异常处理。</a:t>
            </a:r>
          </a:p>
        </p:txBody>
      </p:sp>
    </p:spTree>
    <p:extLst>
      <p:ext uri="{BB962C8B-B14F-4D97-AF65-F5344CB8AC3E}">
        <p14:creationId xmlns:p14="http://schemas.microsoft.com/office/powerpoint/2010/main" val="13844969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2026-09-08T08:46:21.8830000Z</dcterms:created>
  <dcterms:modified xsi:type="dcterms:W3CDTF">2026-09-08T08:46:21.8830000Z</dcterms:modified>
</coreProperties>
</file>